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0" r:id="rId4"/>
  </p:sldMasterIdLst>
  <p:notesMasterIdLst>
    <p:notesMasterId r:id="rId25"/>
  </p:notesMasterIdLst>
  <p:handoutMasterIdLst>
    <p:handoutMasterId r:id="rId26"/>
  </p:handoutMasterIdLst>
  <p:sldIdLst>
    <p:sldId id="312" r:id="rId5"/>
    <p:sldId id="304" r:id="rId6"/>
    <p:sldId id="307" r:id="rId7"/>
    <p:sldId id="281" r:id="rId8"/>
    <p:sldId id="282" r:id="rId9"/>
    <p:sldId id="314" r:id="rId10"/>
    <p:sldId id="315" r:id="rId11"/>
    <p:sldId id="317" r:id="rId12"/>
    <p:sldId id="318" r:id="rId13"/>
    <p:sldId id="319" r:id="rId14"/>
    <p:sldId id="321" r:id="rId15"/>
    <p:sldId id="322" r:id="rId16"/>
    <p:sldId id="323" r:id="rId17"/>
    <p:sldId id="329" r:id="rId18"/>
    <p:sldId id="327" r:id="rId19"/>
    <p:sldId id="326" r:id="rId20"/>
    <p:sldId id="328" r:id="rId21"/>
    <p:sldId id="330" r:id="rId22"/>
    <p:sldId id="324" r:id="rId23"/>
    <p:sldId id="297" r:id="rId24"/>
  </p:sldIdLst>
  <p:sldSz cx="12192000" cy="6858000"/>
  <p:notesSz cx="13716000" cy="2438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3" orient="horz" pos="2616" userDrawn="1">
          <p15:clr>
            <a:srgbClr val="A4A3A4"/>
          </p15:clr>
        </p15:guide>
        <p15:guide id="4" orient="horz" pos="3264" userDrawn="1">
          <p15:clr>
            <a:srgbClr val="A4A3A4"/>
          </p15:clr>
        </p15:guide>
        <p15:guide id="5" pos="6912" userDrawn="1">
          <p15:clr>
            <a:srgbClr val="A4A3A4"/>
          </p15:clr>
        </p15:guide>
        <p15:guide id="6" orient="horz" userDrawn="1">
          <p15:clr>
            <a:srgbClr val="A4A3A4"/>
          </p15:clr>
        </p15:guide>
        <p15:guide id="7" orient="horz" pos="4008" userDrawn="1">
          <p15:clr>
            <a:srgbClr val="A4A3A4"/>
          </p15:clr>
        </p15:guide>
        <p15:guide id="9" orient="horz" pos="2352" userDrawn="1">
          <p15:clr>
            <a:srgbClr val="A4A3A4"/>
          </p15:clr>
        </p15:guide>
        <p15:guide id="12" pos="6696" userDrawn="1">
          <p15:clr>
            <a:srgbClr val="A4A3A4"/>
          </p15:clr>
        </p15:guide>
        <p15:guide id="15" pos="2136" userDrawn="1">
          <p15:clr>
            <a:srgbClr val="A4A3A4"/>
          </p15:clr>
        </p15:guide>
        <p15:guide id="16" pos="2760" userDrawn="1">
          <p15:clr>
            <a:srgbClr val="A4A3A4"/>
          </p15:clr>
        </p15:guide>
        <p15:guide id="17" pos="3288" userDrawn="1">
          <p15:clr>
            <a:srgbClr val="A4A3A4"/>
          </p15:clr>
        </p15:guide>
        <p15:guide id="18" pos="4032" userDrawn="1">
          <p15:clr>
            <a:srgbClr val="A4A3A4"/>
          </p15:clr>
        </p15:guide>
        <p15:guide id="19" pos="4392" userDrawn="1">
          <p15:clr>
            <a:srgbClr val="A4A3A4"/>
          </p15:clr>
        </p15:guide>
        <p15:guide id="20" pos="4944" userDrawn="1">
          <p15:clr>
            <a:srgbClr val="A4A3A4"/>
          </p15:clr>
        </p15:guide>
        <p15:guide id="21" pos="5544" userDrawn="1">
          <p15:clr>
            <a:srgbClr val="A4A3A4"/>
          </p15:clr>
        </p15:guide>
        <p15:guide id="22" pos="6072" userDrawn="1">
          <p15:clr>
            <a:srgbClr val="A4A3A4"/>
          </p15:clr>
        </p15:guide>
        <p15:guide id="23" orient="horz" pos="2448" userDrawn="1">
          <p15:clr>
            <a:srgbClr val="A4A3A4"/>
          </p15:clr>
        </p15:guide>
        <p15:guide id="25" pos="5256" userDrawn="1">
          <p15:clr>
            <a:srgbClr val="A4A3A4"/>
          </p15:clr>
        </p15:guide>
        <p15:guide id="26" pos="7261"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02C8F"/>
    <a:srgbClr val="FDFBF6"/>
    <a:srgbClr val="AAC4E9"/>
    <a:srgbClr val="F5CDCE"/>
    <a:srgbClr val="DF8C8C"/>
    <a:srgbClr val="D4D593"/>
    <a:srgbClr val="E6F0FE"/>
    <a:srgbClr val="CDBE8A"/>
    <a:srgbClr val="FFEFEF"/>
    <a:srgbClr val="FCFBF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9B7159E-A7FA-46D5-894C-A7AEB2DB2B29}" v="29" dt="2026-06-24T13:06:10.844"/>
  </p1510:revLst>
</p1510:revInfo>
</file>

<file path=ppt/tableStyles.xml><?xml version="1.0" encoding="utf-8"?>
<a:tblStyleLst xmlns:a="http://schemas.openxmlformats.org/drawingml/2006/main" def="{3B4B98B0-60AC-42C2-AFA5-B58CD77FA1E5}">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5388" autoAdjust="0"/>
  </p:normalViewPr>
  <p:slideViewPr>
    <p:cSldViewPr snapToGrid="0" snapToObjects="1">
      <p:cViewPr varScale="1">
        <p:scale>
          <a:sx n="78" d="100"/>
          <a:sy n="78" d="100"/>
        </p:scale>
        <p:origin x="878" y="72"/>
      </p:cViewPr>
      <p:guideLst>
        <p:guide orient="horz" pos="2616"/>
        <p:guide orient="horz" pos="3264"/>
        <p:guide pos="6912"/>
        <p:guide orient="horz"/>
        <p:guide orient="horz" pos="4008"/>
        <p:guide orient="horz" pos="2352"/>
        <p:guide pos="6696"/>
        <p:guide pos="2136"/>
        <p:guide pos="2760"/>
        <p:guide pos="3288"/>
        <p:guide pos="4032"/>
        <p:guide pos="4392"/>
        <p:guide pos="4944"/>
        <p:guide pos="5544"/>
        <p:guide pos="6072"/>
        <p:guide orient="horz" pos="2448"/>
        <p:guide pos="5256"/>
        <p:guide pos="7261"/>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snapToObjects="1">
      <p:cViewPr varScale="1">
        <p:scale>
          <a:sx n="25" d="100"/>
          <a:sy n="25" d="100"/>
        </p:scale>
        <p:origin x="3480" y="7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notesMaster" Target="notesMasters/notesMaster1.xml"/><Relationship Id="rId33" Type="http://schemas.microsoft.com/office/2018/10/relationships/authors" Target="author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presProps" Target="presProps.xml"/><Relationship Id="rId30" Type="http://schemas.openxmlformats.org/officeDocument/2006/relationships/tableStyles" Target="tableStyles.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iva A" userId="56c2df5a859805bb" providerId="LiveId" clId="{FF42C511-7A56-42DE-BB71-5DC67788776B}"/>
    <pc:docChg chg="custSel modSld">
      <pc:chgData name="Siva A" userId="56c2df5a859805bb" providerId="LiveId" clId="{FF42C511-7A56-42DE-BB71-5DC67788776B}" dt="2026-06-24T13:06:10.844" v="94"/>
      <pc:docMkLst>
        <pc:docMk/>
      </pc:docMkLst>
      <pc:sldChg chg="modTransition">
        <pc:chgData name="Siva A" userId="56c2df5a859805bb" providerId="LiveId" clId="{FF42C511-7A56-42DE-BB71-5DC67788776B}" dt="2026-06-24T13:05:17.684" v="73"/>
        <pc:sldMkLst>
          <pc:docMk/>
          <pc:sldMk cId="2952923800" sldId="281"/>
        </pc:sldMkLst>
      </pc:sldChg>
      <pc:sldChg chg="modTransition">
        <pc:chgData name="Siva A" userId="56c2df5a859805bb" providerId="LiveId" clId="{FF42C511-7A56-42DE-BB71-5DC67788776B}" dt="2026-06-24T13:05:28.916" v="77"/>
        <pc:sldMkLst>
          <pc:docMk/>
          <pc:sldMk cId="685681062" sldId="282"/>
        </pc:sldMkLst>
      </pc:sldChg>
      <pc:sldChg chg="modTransition">
        <pc:chgData name="Siva A" userId="56c2df5a859805bb" providerId="LiveId" clId="{FF42C511-7A56-42DE-BB71-5DC67788776B}" dt="2026-06-24T13:06:10.844" v="94"/>
        <pc:sldMkLst>
          <pc:docMk/>
          <pc:sldMk cId="1973173046" sldId="297"/>
        </pc:sldMkLst>
      </pc:sldChg>
      <pc:sldChg chg="modTransition">
        <pc:chgData name="Siva A" userId="56c2df5a859805bb" providerId="LiveId" clId="{FF42C511-7A56-42DE-BB71-5DC67788776B}" dt="2026-06-24T13:05:09.749" v="71"/>
        <pc:sldMkLst>
          <pc:docMk/>
          <pc:sldMk cId="3913219759" sldId="304"/>
        </pc:sldMkLst>
      </pc:sldChg>
      <pc:sldChg chg="modTransition">
        <pc:chgData name="Siva A" userId="56c2df5a859805bb" providerId="LiveId" clId="{FF42C511-7A56-42DE-BB71-5DC67788776B}" dt="2026-06-24T13:05:13.060" v="72"/>
        <pc:sldMkLst>
          <pc:docMk/>
          <pc:sldMk cId="2906491918" sldId="307"/>
        </pc:sldMkLst>
      </pc:sldChg>
      <pc:sldChg chg="modSp mod modTransition">
        <pc:chgData name="Siva A" userId="56c2df5a859805bb" providerId="LiveId" clId="{FF42C511-7A56-42DE-BB71-5DC67788776B}" dt="2026-06-24T13:05:03.307" v="68"/>
        <pc:sldMkLst>
          <pc:docMk/>
          <pc:sldMk cId="2202437675" sldId="312"/>
        </pc:sldMkLst>
        <pc:spChg chg="mod">
          <ac:chgData name="Siva A" userId="56c2df5a859805bb" providerId="LiveId" clId="{FF42C511-7A56-42DE-BB71-5DC67788776B}" dt="2026-06-24T12:59:24.061" v="32" actId="20577"/>
          <ac:spMkLst>
            <pc:docMk/>
            <pc:sldMk cId="2202437675" sldId="312"/>
            <ac:spMk id="2" creationId="{4207FF65-A536-F639-8591-ED024C223308}"/>
          </ac:spMkLst>
        </pc:spChg>
      </pc:sldChg>
      <pc:sldChg chg="modTransition">
        <pc:chgData name="Siva A" userId="56c2df5a859805bb" providerId="LiveId" clId="{FF42C511-7A56-42DE-BB71-5DC67788776B}" dt="2026-06-24T13:05:36" v="79"/>
        <pc:sldMkLst>
          <pc:docMk/>
          <pc:sldMk cId="1131718056" sldId="314"/>
        </pc:sldMkLst>
      </pc:sldChg>
      <pc:sldChg chg="modTransition">
        <pc:chgData name="Siva A" userId="56c2df5a859805bb" providerId="LiveId" clId="{FF42C511-7A56-42DE-BB71-5DC67788776B}" dt="2026-06-24T13:05:39.084" v="80"/>
        <pc:sldMkLst>
          <pc:docMk/>
          <pc:sldMk cId="2468595790" sldId="315"/>
        </pc:sldMkLst>
      </pc:sldChg>
      <pc:sldChg chg="modTransition">
        <pc:chgData name="Siva A" userId="56c2df5a859805bb" providerId="LiveId" clId="{FF42C511-7A56-42DE-BB71-5DC67788776B}" dt="2026-06-24T13:05:42.132" v="81"/>
        <pc:sldMkLst>
          <pc:docMk/>
          <pc:sldMk cId="1941619646" sldId="317"/>
        </pc:sldMkLst>
      </pc:sldChg>
      <pc:sldChg chg="addSp delSp modSp mod modTransition">
        <pc:chgData name="Siva A" userId="56c2df5a859805bb" providerId="LiveId" clId="{FF42C511-7A56-42DE-BB71-5DC67788776B}" dt="2026-06-24T13:05:44.820" v="82"/>
        <pc:sldMkLst>
          <pc:docMk/>
          <pc:sldMk cId="4072101725" sldId="318"/>
        </pc:sldMkLst>
        <pc:picChg chg="add mod">
          <ac:chgData name="Siva A" userId="56c2df5a859805bb" providerId="LiveId" clId="{FF42C511-7A56-42DE-BB71-5DC67788776B}" dt="2026-06-24T12:58:34.245" v="8" actId="1076"/>
          <ac:picMkLst>
            <pc:docMk/>
            <pc:sldMk cId="4072101725" sldId="318"/>
            <ac:picMk id="6" creationId="{2CF13C91-F584-6089-7392-D7EE922971A1}"/>
          </ac:picMkLst>
        </pc:picChg>
        <pc:picChg chg="del">
          <ac:chgData name="Siva A" userId="56c2df5a859805bb" providerId="LiveId" clId="{FF42C511-7A56-42DE-BB71-5DC67788776B}" dt="2026-06-24T12:58:21.394" v="2" actId="478"/>
          <ac:picMkLst>
            <pc:docMk/>
            <pc:sldMk cId="4072101725" sldId="318"/>
            <ac:picMk id="9" creationId="{47B10A2F-3640-A0DE-01EE-4977376B8D15}"/>
          </ac:picMkLst>
        </pc:picChg>
      </pc:sldChg>
      <pc:sldChg chg="addSp delSp modSp mod modTransition">
        <pc:chgData name="Siva A" userId="56c2df5a859805bb" providerId="LiveId" clId="{FF42C511-7A56-42DE-BB71-5DC67788776B}" dt="2026-06-24T13:05:47.386" v="83"/>
        <pc:sldMkLst>
          <pc:docMk/>
          <pc:sldMk cId="3969996159" sldId="319"/>
        </pc:sldMkLst>
        <pc:picChg chg="add mod">
          <ac:chgData name="Siva A" userId="56c2df5a859805bb" providerId="LiveId" clId="{FF42C511-7A56-42DE-BB71-5DC67788776B}" dt="2026-06-24T13:02:08.035" v="38" actId="1076"/>
          <ac:picMkLst>
            <pc:docMk/>
            <pc:sldMk cId="3969996159" sldId="319"/>
            <ac:picMk id="6" creationId="{801AE241-AF40-D56E-D3FC-0E25925B1222}"/>
          </ac:picMkLst>
        </pc:picChg>
        <pc:picChg chg="del">
          <ac:chgData name="Siva A" userId="56c2df5a859805bb" providerId="LiveId" clId="{FF42C511-7A56-42DE-BB71-5DC67788776B}" dt="2026-06-24T13:01:56.441" v="33" actId="478"/>
          <ac:picMkLst>
            <pc:docMk/>
            <pc:sldMk cId="3969996159" sldId="319"/>
            <ac:picMk id="13" creationId="{D6047270-7EFC-CCA8-8446-A32656D38802}"/>
          </ac:picMkLst>
        </pc:picChg>
      </pc:sldChg>
      <pc:sldChg chg="addSp modSp mod modTransition">
        <pc:chgData name="Siva A" userId="56c2df5a859805bb" providerId="LiveId" clId="{FF42C511-7A56-42DE-BB71-5DC67788776B}" dt="2026-06-24T13:05:49.330" v="84"/>
        <pc:sldMkLst>
          <pc:docMk/>
          <pc:sldMk cId="2498021601" sldId="321"/>
        </pc:sldMkLst>
        <pc:picChg chg="add mod">
          <ac:chgData name="Siva A" userId="56c2df5a859805bb" providerId="LiveId" clId="{FF42C511-7A56-42DE-BB71-5DC67788776B}" dt="2026-06-24T13:03:15.260" v="47" actId="14100"/>
          <ac:picMkLst>
            <pc:docMk/>
            <pc:sldMk cId="2498021601" sldId="321"/>
            <ac:picMk id="7" creationId="{33E5EB08-98EA-EBD2-ABE0-F72B38EAACF8}"/>
          </ac:picMkLst>
        </pc:picChg>
      </pc:sldChg>
      <pc:sldChg chg="modTransition">
        <pc:chgData name="Siva A" userId="56c2df5a859805bb" providerId="LiveId" clId="{FF42C511-7A56-42DE-BB71-5DC67788776B}" dt="2026-06-24T13:05:51.867" v="85"/>
        <pc:sldMkLst>
          <pc:docMk/>
          <pc:sldMk cId="1686213229" sldId="322"/>
        </pc:sldMkLst>
      </pc:sldChg>
      <pc:sldChg chg="modTransition">
        <pc:chgData name="Siva A" userId="56c2df5a859805bb" providerId="LiveId" clId="{FF42C511-7A56-42DE-BB71-5DC67788776B}" dt="2026-06-24T13:05:53.965" v="86"/>
        <pc:sldMkLst>
          <pc:docMk/>
          <pc:sldMk cId="3278088855" sldId="323"/>
        </pc:sldMkLst>
      </pc:sldChg>
      <pc:sldChg chg="modTransition">
        <pc:chgData name="Siva A" userId="56c2df5a859805bb" providerId="LiveId" clId="{FF42C511-7A56-42DE-BB71-5DC67788776B}" dt="2026-06-24T13:06:07.965" v="93"/>
        <pc:sldMkLst>
          <pc:docMk/>
          <pc:sldMk cId="3593543064" sldId="324"/>
        </pc:sldMkLst>
      </pc:sldChg>
      <pc:sldChg chg="modSp mod modTransition">
        <pc:chgData name="Siva A" userId="56c2df5a859805bb" providerId="LiveId" clId="{FF42C511-7A56-42DE-BB71-5DC67788776B}" dt="2026-06-24T13:06:00.492" v="89"/>
        <pc:sldMkLst>
          <pc:docMk/>
          <pc:sldMk cId="1432043815" sldId="326"/>
        </pc:sldMkLst>
        <pc:spChg chg="mod">
          <ac:chgData name="Siva A" userId="56c2df5a859805bb" providerId="LiveId" clId="{FF42C511-7A56-42DE-BB71-5DC67788776B}" dt="2026-06-24T13:03:38.671" v="51" actId="20577"/>
          <ac:spMkLst>
            <pc:docMk/>
            <pc:sldMk cId="1432043815" sldId="326"/>
            <ac:spMk id="3" creationId="{29B249C7-23DF-8A89-731C-1661803CBC1C}"/>
          </ac:spMkLst>
        </pc:spChg>
      </pc:sldChg>
      <pc:sldChg chg="modTransition">
        <pc:chgData name="Siva A" userId="56c2df5a859805bb" providerId="LiveId" clId="{FF42C511-7A56-42DE-BB71-5DC67788776B}" dt="2026-06-24T13:05:58.044" v="88"/>
        <pc:sldMkLst>
          <pc:docMk/>
          <pc:sldMk cId="1096966673" sldId="327"/>
        </pc:sldMkLst>
      </pc:sldChg>
      <pc:sldChg chg="modSp mod modTransition">
        <pc:chgData name="Siva A" userId="56c2df5a859805bb" providerId="LiveId" clId="{FF42C511-7A56-42DE-BB71-5DC67788776B}" dt="2026-06-24T13:06:02.612" v="90"/>
        <pc:sldMkLst>
          <pc:docMk/>
          <pc:sldMk cId="2635784307" sldId="328"/>
        </pc:sldMkLst>
        <pc:spChg chg="mod">
          <ac:chgData name="Siva A" userId="56c2df5a859805bb" providerId="LiveId" clId="{FF42C511-7A56-42DE-BB71-5DC67788776B}" dt="2026-06-24T13:04:23.379" v="65" actId="20577"/>
          <ac:spMkLst>
            <pc:docMk/>
            <pc:sldMk cId="2635784307" sldId="328"/>
            <ac:spMk id="7" creationId="{11285B4C-47B1-0078-52D7-5A6C60C25F75}"/>
          </ac:spMkLst>
        </pc:spChg>
      </pc:sldChg>
      <pc:sldChg chg="modTransition">
        <pc:chgData name="Siva A" userId="56c2df5a859805bb" providerId="LiveId" clId="{FF42C511-7A56-42DE-BB71-5DC67788776B}" dt="2026-06-24T13:05:56.204" v="87"/>
        <pc:sldMkLst>
          <pc:docMk/>
          <pc:sldMk cId="432632134" sldId="329"/>
        </pc:sldMkLst>
      </pc:sldChg>
      <pc:sldChg chg="modTransition">
        <pc:chgData name="Siva A" userId="56c2df5a859805bb" providerId="LiveId" clId="{FF42C511-7A56-42DE-BB71-5DC67788776B}" dt="2026-06-24T13:06:05.731" v="92"/>
        <pc:sldMkLst>
          <pc:docMk/>
          <pc:sldMk cId="2264284876" sldId="330"/>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2426ABF-A8C0-D94B-8DA4-89B3D95177FD}"/>
              </a:ext>
            </a:extLst>
          </p:cNvPr>
          <p:cNvSpPr>
            <a:spLocks noGrp="1"/>
          </p:cNvSpPr>
          <p:nvPr>
            <p:ph type="hdr" sz="quarter"/>
          </p:nvPr>
        </p:nvSpPr>
        <p:spPr>
          <a:xfrm>
            <a:off x="0" y="0"/>
            <a:ext cx="5943600" cy="1222375"/>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F73E1C36-C21F-0B70-27E7-5B59DAE27561}"/>
              </a:ext>
            </a:extLst>
          </p:cNvPr>
          <p:cNvSpPr>
            <a:spLocks noGrp="1"/>
          </p:cNvSpPr>
          <p:nvPr>
            <p:ph type="dt" sz="quarter" idx="1"/>
          </p:nvPr>
        </p:nvSpPr>
        <p:spPr>
          <a:xfrm>
            <a:off x="7769225" y="0"/>
            <a:ext cx="5943600" cy="1222375"/>
          </a:xfrm>
          <a:prstGeom prst="rect">
            <a:avLst/>
          </a:prstGeom>
        </p:spPr>
        <p:txBody>
          <a:bodyPr vert="horz" lIns="91440" tIns="45720" rIns="91440" bIns="45720" rtlCol="0"/>
          <a:lstStyle>
            <a:lvl1pPr algn="r">
              <a:defRPr sz="1200"/>
            </a:lvl1pPr>
          </a:lstStyle>
          <a:p>
            <a:fld id="{AA970FB6-164E-0840-A35B-09E9F3D45F76}" type="datetimeyyyy">
              <a:rPr lang="en-US" smtClean="0"/>
              <a:t>2026</a:t>
            </a:fld>
            <a:endParaRPr lang="en-US" dirty="0"/>
          </a:p>
        </p:txBody>
      </p:sp>
      <p:sp>
        <p:nvSpPr>
          <p:cNvPr id="4" name="Footer Placeholder 3">
            <a:extLst>
              <a:ext uri="{FF2B5EF4-FFF2-40B4-BE49-F238E27FC236}">
                <a16:creationId xmlns:a16="http://schemas.microsoft.com/office/drawing/2014/main" id="{E5942066-244B-8673-5E9A-26E4265AD0B2}"/>
              </a:ext>
            </a:extLst>
          </p:cNvPr>
          <p:cNvSpPr>
            <a:spLocks noGrp="1"/>
          </p:cNvSpPr>
          <p:nvPr>
            <p:ph type="ftr" sz="quarter" idx="2"/>
          </p:nvPr>
        </p:nvSpPr>
        <p:spPr>
          <a:xfrm>
            <a:off x="0" y="23161625"/>
            <a:ext cx="5943600" cy="1222375"/>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2530EE97-1F54-6631-A4BB-FD938296488E}"/>
              </a:ext>
            </a:extLst>
          </p:cNvPr>
          <p:cNvSpPr>
            <a:spLocks noGrp="1"/>
          </p:cNvSpPr>
          <p:nvPr>
            <p:ph type="sldNum" sz="quarter" idx="3"/>
          </p:nvPr>
        </p:nvSpPr>
        <p:spPr>
          <a:xfrm>
            <a:off x="7769225" y="23161625"/>
            <a:ext cx="5943600" cy="1222375"/>
          </a:xfrm>
          <a:prstGeom prst="rect">
            <a:avLst/>
          </a:prstGeom>
        </p:spPr>
        <p:txBody>
          <a:bodyPr vert="horz" lIns="91440" tIns="45720" rIns="91440" bIns="45720" rtlCol="0" anchor="b"/>
          <a:lstStyle>
            <a:lvl1pPr algn="r">
              <a:defRPr sz="1200"/>
            </a:lvl1pPr>
          </a:lstStyle>
          <a:p>
            <a:fld id="{420BD0AB-C59E-4A46-83D3-F07787446BA0}" type="slidenum">
              <a:rPr lang="en-US" smtClean="0"/>
              <a:t>‹#›</a:t>
            </a:fld>
            <a:endParaRPr lang="en-US" dirty="0"/>
          </a:p>
        </p:txBody>
      </p:sp>
    </p:spTree>
    <p:extLst>
      <p:ext uri="{BB962C8B-B14F-4D97-AF65-F5344CB8AC3E}">
        <p14:creationId xmlns:p14="http://schemas.microsoft.com/office/powerpoint/2010/main" val="4133783596"/>
      </p:ext>
    </p:extLst>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80866786"/>
      </p:ext>
    </p:extLst>
  </p:cSld>
  <p:clrMap bg1="lt1" tx1="dk1" bg2="lt2" tx2="dk2" accent1="accent1" accent2="accent2" accent3="accent3" accent4="accent4" accent5="accent5" accent6="accent6" hlink="hlink" folHlink="folHlink"/>
  <p:hf hdr="0" ftr="0"/>
  <p:notesStyle>
    <a:lvl1pPr marL="0" algn="l" defTabSz="457200" rtl="0" eaLnBrk="1" latinLnBrk="0" hangingPunct="1">
      <a:defRPr sz="600" kern="1200">
        <a:solidFill>
          <a:schemeClr val="tx1"/>
        </a:solidFill>
        <a:latin typeface="+mn-lt"/>
        <a:ea typeface="+mn-ea"/>
        <a:cs typeface="+mn-cs"/>
      </a:defRPr>
    </a:lvl1pPr>
    <a:lvl2pPr marL="228600" algn="l" defTabSz="457200" rtl="0" eaLnBrk="1" latinLnBrk="0" hangingPunct="1">
      <a:defRPr sz="600" kern="1200">
        <a:solidFill>
          <a:schemeClr val="tx1"/>
        </a:solidFill>
        <a:latin typeface="+mn-lt"/>
        <a:ea typeface="+mn-ea"/>
        <a:cs typeface="+mn-cs"/>
      </a:defRPr>
    </a:lvl2pPr>
    <a:lvl3pPr marL="457200" algn="l" defTabSz="457200" rtl="0" eaLnBrk="1" latinLnBrk="0" hangingPunct="1">
      <a:defRPr sz="600" kern="1200">
        <a:solidFill>
          <a:schemeClr val="tx1"/>
        </a:solidFill>
        <a:latin typeface="+mn-lt"/>
        <a:ea typeface="+mn-ea"/>
        <a:cs typeface="+mn-cs"/>
      </a:defRPr>
    </a:lvl3pPr>
    <a:lvl4pPr marL="685800" algn="l" defTabSz="457200" rtl="0" eaLnBrk="1" latinLnBrk="0" hangingPunct="1">
      <a:defRPr sz="600" kern="1200">
        <a:solidFill>
          <a:schemeClr val="tx1"/>
        </a:solidFill>
        <a:latin typeface="+mn-lt"/>
        <a:ea typeface="+mn-ea"/>
        <a:cs typeface="+mn-cs"/>
      </a:defRPr>
    </a:lvl4pPr>
    <a:lvl5pPr marL="914400" algn="l" defTabSz="457200" rtl="0" eaLnBrk="1" latinLnBrk="0" hangingPunct="1">
      <a:defRPr sz="600" kern="1200">
        <a:solidFill>
          <a:schemeClr val="tx1"/>
        </a:solidFill>
        <a:latin typeface="+mn-lt"/>
        <a:ea typeface="+mn-ea"/>
        <a:cs typeface="+mn-cs"/>
      </a:defRPr>
    </a:lvl5pPr>
    <a:lvl6pPr marL="1143000" algn="l" defTabSz="457200" rtl="0" eaLnBrk="1" latinLnBrk="0" hangingPunct="1">
      <a:defRPr sz="600" kern="1200">
        <a:solidFill>
          <a:schemeClr val="tx1"/>
        </a:solidFill>
        <a:latin typeface="+mn-lt"/>
        <a:ea typeface="+mn-ea"/>
        <a:cs typeface="+mn-cs"/>
      </a:defRPr>
    </a:lvl6pPr>
    <a:lvl7pPr marL="1371600" algn="l" defTabSz="457200" rtl="0" eaLnBrk="1" latinLnBrk="0" hangingPunct="1">
      <a:defRPr sz="600" kern="1200">
        <a:solidFill>
          <a:schemeClr val="tx1"/>
        </a:solidFill>
        <a:latin typeface="+mn-lt"/>
        <a:ea typeface="+mn-ea"/>
        <a:cs typeface="+mn-cs"/>
      </a:defRPr>
    </a:lvl7pPr>
    <a:lvl8pPr marL="1600200" algn="l" defTabSz="457200" rtl="0" eaLnBrk="1" latinLnBrk="0" hangingPunct="1">
      <a:defRPr sz="600" kern="1200">
        <a:solidFill>
          <a:schemeClr val="tx1"/>
        </a:solidFill>
        <a:latin typeface="+mn-lt"/>
        <a:ea typeface="+mn-ea"/>
        <a:cs typeface="+mn-cs"/>
      </a:defRPr>
    </a:lvl8pPr>
    <a:lvl9pPr marL="1828800" algn="l" defTabSz="457200" rtl="0" eaLnBrk="1" latinLnBrk="0" hangingPunct="1">
      <a:defRPr sz="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txBody>
          <a:bodyPr/>
          <a:lstStyle/>
          <a:p>
            <a:endParaRPr lang="en-IN"/>
          </a:p>
        </p:txBody>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29976548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txBody>
          <a:bodyPr/>
          <a:lstStyle/>
          <a:p>
            <a:endParaRPr lang="en-IN"/>
          </a:p>
        </p:txBody>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5877361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txBody>
          <a:bodyPr/>
          <a:lstStyle/>
          <a:p>
            <a:endParaRPr lang="en-IN"/>
          </a:p>
        </p:txBody>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32949312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txBody>
          <a:bodyPr/>
          <a:lstStyle/>
          <a:p>
            <a:endParaRPr lang="en-IN"/>
          </a:p>
        </p:txBody>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30686530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txBody>
          <a:bodyPr/>
          <a:lstStyle/>
          <a:p>
            <a:endParaRPr lang="en-IN"/>
          </a:p>
        </p:txBody>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10193977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txBody>
          <a:bodyPr/>
          <a:lstStyle/>
          <a:p>
            <a:endParaRPr lang="en-IN"/>
          </a:p>
        </p:txBody>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8766708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txBody>
          <a:bodyPr/>
          <a:lstStyle/>
          <a:p>
            <a:endParaRPr lang="en-IN"/>
          </a:p>
        </p:txBody>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16497422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txBody>
          <a:bodyPr/>
          <a:lstStyle/>
          <a:p>
            <a:endParaRPr lang="en-IN"/>
          </a:p>
        </p:txBody>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17791468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txBody>
          <a:bodyPr/>
          <a:lstStyle/>
          <a:p>
            <a:endParaRPr lang="en-IN"/>
          </a:p>
        </p:txBody>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98454170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txBody>
          <a:bodyPr/>
          <a:lstStyle/>
          <a:p>
            <a:endParaRPr lang="en-IN"/>
          </a:p>
        </p:txBody>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411013870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txBody>
          <a:bodyPr/>
          <a:lstStyle/>
          <a:p>
            <a:endParaRPr lang="en-IN"/>
          </a:p>
        </p:txBody>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304766831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txBody>
          <a:bodyPr/>
          <a:lstStyle/>
          <a:p>
            <a:endParaRPr lang="en-IN"/>
          </a:p>
        </p:txBody>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250881488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txBody>
          <a:bodyPr/>
          <a:lstStyle/>
          <a:p>
            <a:endParaRPr lang="en-IN"/>
          </a:p>
        </p:txBody>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9313074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accent1"/>
        </a:solidFill>
        <a:effectLst/>
      </p:bgPr>
    </p:bg>
    <p:spTree>
      <p:nvGrpSpPr>
        <p:cNvPr id="1" name=""/>
        <p:cNvGrpSpPr/>
        <p:nvPr/>
      </p:nvGrpSpPr>
      <p:grpSpPr>
        <a:xfrm>
          <a:off x="0" y="0"/>
          <a:ext cx="0" cy="0"/>
          <a:chOff x="0" y="0"/>
          <a:chExt cx="0" cy="0"/>
        </a:xfrm>
      </p:grpSpPr>
      <p:sp>
        <p:nvSpPr>
          <p:cNvPr id="15" name="Image 0">
            <a:extLst>
              <a:ext uri="{FF2B5EF4-FFF2-40B4-BE49-F238E27FC236}">
                <a16:creationId xmlns:a16="http://schemas.microsoft.com/office/drawing/2014/main" id="{BA5D5A72-CB6F-F8DE-E2C9-90459C8C3DC1}"/>
              </a:ext>
              <a:ext uri="{C183D7F6-B498-43B3-948B-1728B52AA6E4}">
                <adec:decorative xmlns:adec="http://schemas.microsoft.com/office/drawing/2017/decorative" val="1"/>
              </a:ext>
            </a:extLst>
          </p:cNvPr>
          <p:cNvSpPr/>
          <p:nvPr/>
        </p:nvSpPr>
        <p:spPr>
          <a:xfrm>
            <a:off x="0" y="0"/>
            <a:ext cx="5295900" cy="6877050"/>
          </a:xfrm>
          <a:custGeom>
            <a:avLst/>
            <a:gdLst>
              <a:gd name="connsiteX0" fmla="*/ 0 w 5295900"/>
              <a:gd name="connsiteY0" fmla="*/ 0 h 6877050"/>
              <a:gd name="connsiteX1" fmla="*/ 5295900 w 5295900"/>
              <a:gd name="connsiteY1" fmla="*/ 0 h 6877050"/>
              <a:gd name="connsiteX2" fmla="*/ 5295900 w 5295900"/>
              <a:gd name="connsiteY2" fmla="*/ 6877050 h 6877050"/>
              <a:gd name="connsiteX3" fmla="*/ 0 w 5295900"/>
              <a:gd name="connsiteY3" fmla="*/ 6877050 h 6877050"/>
            </a:gdLst>
            <a:ahLst/>
            <a:cxnLst>
              <a:cxn ang="0">
                <a:pos x="connsiteX0" y="connsiteY0"/>
              </a:cxn>
              <a:cxn ang="0">
                <a:pos x="connsiteX1" y="connsiteY1"/>
              </a:cxn>
              <a:cxn ang="0">
                <a:pos x="connsiteX2" y="connsiteY2"/>
              </a:cxn>
              <a:cxn ang="0">
                <a:pos x="connsiteX3" y="connsiteY3"/>
              </a:cxn>
            </a:cxnLst>
            <a:rect l="l" t="t" r="r" b="b"/>
            <a:pathLst>
              <a:path w="5295900" h="6877050">
                <a:moveTo>
                  <a:pt x="0" y="0"/>
                </a:moveTo>
                <a:lnTo>
                  <a:pt x="5295900" y="0"/>
                </a:lnTo>
                <a:lnTo>
                  <a:pt x="5295900" y="6877050"/>
                </a:lnTo>
                <a:lnTo>
                  <a:pt x="0" y="6877050"/>
                </a:lnTo>
                <a:close/>
              </a:path>
            </a:pathLst>
          </a:custGeom>
          <a:solidFill>
            <a:schemeClr val="accent3"/>
          </a:solidFill>
          <a:ln w="4763" cap="flat">
            <a:noFill/>
            <a:prstDash val="solid"/>
            <a:miter/>
          </a:ln>
        </p:spPr>
        <p:txBody>
          <a:bodyPr rtlCol="0" anchor="ctr">
            <a:noAutofit/>
          </a:bodyPr>
          <a:lstStyle/>
          <a:p>
            <a:endParaRPr lang="en-US" dirty="0"/>
          </a:p>
        </p:txBody>
      </p:sp>
      <p:sp>
        <p:nvSpPr>
          <p:cNvPr id="20" name="Freeform: Shape 19">
            <a:extLst>
              <a:ext uri="{FF2B5EF4-FFF2-40B4-BE49-F238E27FC236}">
                <a16:creationId xmlns:a16="http://schemas.microsoft.com/office/drawing/2014/main" id="{E66FD7FF-2869-7902-36B2-2B229AB9AB19}"/>
              </a:ext>
              <a:ext uri="{C183D7F6-B498-43B3-948B-1728B52AA6E4}">
                <adec:decorative xmlns:adec="http://schemas.microsoft.com/office/drawing/2017/decorative" val="1"/>
              </a:ext>
            </a:extLst>
          </p:cNvPr>
          <p:cNvSpPr/>
          <p:nvPr userDrawn="1"/>
        </p:nvSpPr>
        <p:spPr>
          <a:xfrm>
            <a:off x="1500188" y="1173106"/>
            <a:ext cx="9191625" cy="5704772"/>
          </a:xfrm>
          <a:custGeom>
            <a:avLst/>
            <a:gdLst>
              <a:gd name="connsiteX0" fmla="*/ 4595813 w 9191625"/>
              <a:gd name="connsiteY0" fmla="*/ 0 h 5704772"/>
              <a:gd name="connsiteX1" fmla="*/ 9191625 w 9191625"/>
              <a:gd name="connsiteY1" fmla="*/ 4592108 h 5704772"/>
              <a:gd name="connsiteX2" fmla="*/ 9191625 w 9191625"/>
              <a:gd name="connsiteY2" fmla="*/ 5704772 h 5704772"/>
              <a:gd name="connsiteX3" fmla="*/ 0 w 9191625"/>
              <a:gd name="connsiteY3" fmla="*/ 5704772 h 5704772"/>
              <a:gd name="connsiteX4" fmla="*/ 0 w 9191625"/>
              <a:gd name="connsiteY4" fmla="*/ 4592108 h 5704772"/>
              <a:gd name="connsiteX5" fmla="*/ 4595813 w 9191625"/>
              <a:gd name="connsiteY5" fmla="*/ 0 h 5704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91625" h="5704772">
                <a:moveTo>
                  <a:pt x="4595813" y="0"/>
                </a:moveTo>
                <a:cubicBezTo>
                  <a:pt x="7133987" y="0"/>
                  <a:pt x="9191625" y="2055957"/>
                  <a:pt x="9191625" y="4592108"/>
                </a:cubicBezTo>
                <a:lnTo>
                  <a:pt x="9191625" y="5704772"/>
                </a:lnTo>
                <a:lnTo>
                  <a:pt x="0" y="5704772"/>
                </a:lnTo>
                <a:lnTo>
                  <a:pt x="0" y="4592108"/>
                </a:lnTo>
                <a:cubicBezTo>
                  <a:pt x="0" y="2055957"/>
                  <a:pt x="2057614" y="0"/>
                  <a:pt x="4595813" y="0"/>
                </a:cubicBezTo>
                <a:close/>
              </a:path>
            </a:pathLst>
          </a:custGeom>
          <a:solidFill>
            <a:schemeClr val="accent6"/>
          </a:soli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8" name="Freeform: Shape 17">
            <a:extLst>
              <a:ext uri="{FF2B5EF4-FFF2-40B4-BE49-F238E27FC236}">
                <a16:creationId xmlns:a16="http://schemas.microsoft.com/office/drawing/2014/main" id="{B1457C88-4472-81CF-02AF-4421E0A3084B}"/>
              </a:ext>
              <a:ext uri="{C183D7F6-B498-43B3-948B-1728B52AA6E4}">
                <adec:decorative xmlns:adec="http://schemas.microsoft.com/office/drawing/2017/decorative" val="1"/>
              </a:ext>
            </a:extLst>
          </p:cNvPr>
          <p:cNvSpPr/>
          <p:nvPr userDrawn="1"/>
        </p:nvSpPr>
        <p:spPr>
          <a:xfrm>
            <a:off x="2694429" y="0"/>
            <a:ext cx="6803142" cy="5396474"/>
          </a:xfrm>
          <a:custGeom>
            <a:avLst/>
            <a:gdLst>
              <a:gd name="connsiteX0" fmla="*/ 0 w 6803142"/>
              <a:gd name="connsiteY0" fmla="*/ 0 h 5396474"/>
              <a:gd name="connsiteX1" fmla="*/ 6803142 w 6803142"/>
              <a:gd name="connsiteY1" fmla="*/ 0 h 5396474"/>
              <a:gd name="connsiteX2" fmla="*/ 6803142 w 6803142"/>
              <a:gd name="connsiteY2" fmla="*/ 1997094 h 5396474"/>
              <a:gd name="connsiteX3" fmla="*/ 3401576 w 6803142"/>
              <a:gd name="connsiteY3" fmla="*/ 5396474 h 5396474"/>
              <a:gd name="connsiteX4" fmla="*/ 0 w 6803142"/>
              <a:gd name="connsiteY4" fmla="*/ 1997094 h 53964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03142" h="5396474">
                <a:moveTo>
                  <a:pt x="0" y="0"/>
                </a:moveTo>
                <a:lnTo>
                  <a:pt x="6803142" y="0"/>
                </a:lnTo>
                <a:lnTo>
                  <a:pt x="6803142" y="1997094"/>
                </a:lnTo>
                <a:cubicBezTo>
                  <a:pt x="6803142" y="3874511"/>
                  <a:pt x="5280228" y="5396474"/>
                  <a:pt x="3401576" y="5396474"/>
                </a:cubicBezTo>
                <a:cubicBezTo>
                  <a:pt x="1522938" y="5396474"/>
                  <a:pt x="0" y="3874511"/>
                  <a:pt x="0" y="1997094"/>
                </a:cubicBezTo>
                <a:close/>
              </a:path>
            </a:pathLst>
          </a:custGeom>
          <a:solidFill>
            <a:schemeClr val="bg1">
              <a:alpha val="99000"/>
            </a:schemeClr>
          </a:solidFill>
          <a:ln w="47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ctrTitle" hasCustomPrompt="1"/>
          </p:nvPr>
        </p:nvSpPr>
        <p:spPr>
          <a:xfrm>
            <a:off x="2899790" y="810227"/>
            <a:ext cx="6392421" cy="3831221"/>
          </a:xfrm>
        </p:spPr>
        <p:txBody>
          <a:bodyPr tIns="0" bIns="0" anchor="ctr" anchorCtr="0">
            <a:noAutofit/>
          </a:bodyPr>
          <a:lstStyle>
            <a:lvl1pPr algn="ctr">
              <a:lnSpc>
                <a:spcPct val="100000"/>
              </a:lnSpc>
              <a:defRPr sz="3600"/>
            </a:lvl1pPr>
          </a:lstStyle>
          <a:p>
            <a:r>
              <a:rPr lang="en-US" dirty="0"/>
              <a:t>Click to add title</a:t>
            </a:r>
          </a:p>
        </p:txBody>
      </p:sp>
    </p:spTree>
    <p:extLst>
      <p:ext uri="{BB962C8B-B14F-4D97-AF65-F5344CB8AC3E}">
        <p14:creationId xmlns:p14="http://schemas.microsoft.com/office/powerpoint/2010/main" val="263179980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75923D9E-9381-3D11-B31A-1BF5C97F35B0}"/>
              </a:ext>
              <a:ext uri="{C183D7F6-B498-43B3-948B-1728B52AA6E4}">
                <adec:decorative xmlns:adec="http://schemas.microsoft.com/office/drawing/2017/decorative" val="1"/>
              </a:ext>
            </a:extLst>
          </p:cNvPr>
          <p:cNvGrpSpPr/>
          <p:nvPr userDrawn="1"/>
        </p:nvGrpSpPr>
        <p:grpSpPr>
          <a:xfrm>
            <a:off x="6452303" y="3405019"/>
            <a:ext cx="5739697" cy="3467971"/>
            <a:chOff x="5009037" y="2525712"/>
            <a:chExt cx="7170193" cy="4332288"/>
          </a:xfrm>
        </p:grpSpPr>
        <p:sp>
          <p:nvSpPr>
            <p:cNvPr id="7" name="Freeform 7">
              <a:extLst>
                <a:ext uri="{FF2B5EF4-FFF2-40B4-BE49-F238E27FC236}">
                  <a16:creationId xmlns:a16="http://schemas.microsoft.com/office/drawing/2014/main" id="{89E777D0-3240-08CE-6B6C-B33B910B8490}"/>
                </a:ext>
              </a:extLst>
            </p:cNvPr>
            <p:cNvSpPr>
              <a:spLocks/>
            </p:cNvSpPr>
            <p:nvPr/>
          </p:nvSpPr>
          <p:spPr bwMode="auto">
            <a:xfrm>
              <a:off x="5009037" y="2525712"/>
              <a:ext cx="3601721" cy="4332288"/>
            </a:xfrm>
            <a:custGeom>
              <a:avLst/>
              <a:gdLst>
                <a:gd name="T0" fmla="*/ 1198 w 1198"/>
                <a:gd name="T1" fmla="*/ 0 h 1441"/>
                <a:gd name="T2" fmla="*/ 0 w 1198"/>
                <a:gd name="T3" fmla="*/ 1441 h 1441"/>
                <a:gd name="T4" fmla="*/ 1198 w 1198"/>
                <a:gd name="T5" fmla="*/ 1441 h 1441"/>
                <a:gd name="T6" fmla="*/ 1198 w 1198"/>
                <a:gd name="T7" fmla="*/ 0 h 1441"/>
              </a:gdLst>
              <a:ahLst/>
              <a:cxnLst>
                <a:cxn ang="0">
                  <a:pos x="T0" y="T1"/>
                </a:cxn>
                <a:cxn ang="0">
                  <a:pos x="T2" y="T3"/>
                </a:cxn>
                <a:cxn ang="0">
                  <a:pos x="T4" y="T5"/>
                </a:cxn>
                <a:cxn ang="0">
                  <a:pos x="T6" y="T7"/>
                </a:cxn>
              </a:cxnLst>
              <a:rect l="0" t="0" r="r" b="b"/>
              <a:pathLst>
                <a:path w="1198" h="1441">
                  <a:moveTo>
                    <a:pt x="1198" y="0"/>
                  </a:moveTo>
                  <a:lnTo>
                    <a:pt x="0" y="1441"/>
                  </a:lnTo>
                  <a:lnTo>
                    <a:pt x="1198" y="1441"/>
                  </a:lnTo>
                  <a:lnTo>
                    <a:pt x="1198" y="0"/>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8" name="Freeform 6">
              <a:extLst>
                <a:ext uri="{FF2B5EF4-FFF2-40B4-BE49-F238E27FC236}">
                  <a16:creationId xmlns:a16="http://schemas.microsoft.com/office/drawing/2014/main" id="{EFEA81A2-6893-518C-6AF3-37C987789C86}"/>
                </a:ext>
              </a:extLst>
            </p:cNvPr>
            <p:cNvSpPr>
              <a:spLocks/>
            </p:cNvSpPr>
            <p:nvPr/>
          </p:nvSpPr>
          <p:spPr bwMode="auto">
            <a:xfrm>
              <a:off x="8589536" y="2525712"/>
              <a:ext cx="3589694" cy="4332288"/>
            </a:xfrm>
            <a:custGeom>
              <a:avLst/>
              <a:gdLst>
                <a:gd name="T0" fmla="*/ 0 w 1194"/>
                <a:gd name="T1" fmla="*/ 0 h 1441"/>
                <a:gd name="T2" fmla="*/ 1194 w 1194"/>
                <a:gd name="T3" fmla="*/ 1441 h 1441"/>
                <a:gd name="T4" fmla="*/ 0 w 1194"/>
                <a:gd name="T5" fmla="*/ 1441 h 1441"/>
                <a:gd name="T6" fmla="*/ 0 w 1194"/>
                <a:gd name="T7" fmla="*/ 0 h 1441"/>
              </a:gdLst>
              <a:ahLst/>
              <a:cxnLst>
                <a:cxn ang="0">
                  <a:pos x="T0" y="T1"/>
                </a:cxn>
                <a:cxn ang="0">
                  <a:pos x="T2" y="T3"/>
                </a:cxn>
                <a:cxn ang="0">
                  <a:pos x="T4" y="T5"/>
                </a:cxn>
                <a:cxn ang="0">
                  <a:pos x="T6" y="T7"/>
                </a:cxn>
              </a:cxnLst>
              <a:rect l="0" t="0" r="r" b="b"/>
              <a:pathLst>
                <a:path w="1194" h="1441">
                  <a:moveTo>
                    <a:pt x="0" y="0"/>
                  </a:moveTo>
                  <a:lnTo>
                    <a:pt x="1194" y="1441"/>
                  </a:lnTo>
                  <a:lnTo>
                    <a:pt x="0" y="1441"/>
                  </a:lnTo>
                  <a:lnTo>
                    <a:pt x="0" y="0"/>
                  </a:lnTo>
                  <a:close/>
                </a:path>
              </a:pathLst>
            </a:custGeom>
            <a:solidFill>
              <a:schemeClr val="accent2"/>
            </a:solidFill>
            <a:ln>
              <a:noFill/>
            </a:ln>
          </p:spPr>
          <p:txBody>
            <a:bodyPr vert="horz" wrap="square" lIns="91440" tIns="45720" rIns="91440" bIns="45720" numCol="1" anchor="t" anchorCtr="0" compatLnSpc="1">
              <a:prstTxWarp prst="textNoShape">
                <a:avLst/>
              </a:prstTxWarp>
              <a:noAutofit/>
            </a:bodyPr>
            <a:lstStyle/>
            <a:p>
              <a:endParaRPr lang="en-US" dirty="0"/>
            </a:p>
          </p:txBody>
        </p:sp>
      </p:grpSp>
      <p:grpSp>
        <p:nvGrpSpPr>
          <p:cNvPr id="9" name="Group 8">
            <a:extLst>
              <a:ext uri="{FF2B5EF4-FFF2-40B4-BE49-F238E27FC236}">
                <a16:creationId xmlns:a16="http://schemas.microsoft.com/office/drawing/2014/main" id="{0F297964-0B81-31DC-6D6D-1414832238B1}"/>
              </a:ext>
              <a:ext uri="{C183D7F6-B498-43B3-948B-1728B52AA6E4}">
                <adec:decorative xmlns:adec="http://schemas.microsoft.com/office/drawing/2017/decorative" val="1"/>
              </a:ext>
            </a:extLst>
          </p:cNvPr>
          <p:cNvGrpSpPr/>
          <p:nvPr userDrawn="1"/>
        </p:nvGrpSpPr>
        <p:grpSpPr>
          <a:xfrm flipH="1" flipV="1">
            <a:off x="6465610" y="0"/>
            <a:ext cx="5739697" cy="3467971"/>
            <a:chOff x="5183405" y="2678112"/>
            <a:chExt cx="7170193" cy="4332288"/>
          </a:xfrm>
        </p:grpSpPr>
        <p:sp>
          <p:nvSpPr>
            <p:cNvPr id="10" name="Freeform 7">
              <a:extLst>
                <a:ext uri="{FF2B5EF4-FFF2-40B4-BE49-F238E27FC236}">
                  <a16:creationId xmlns:a16="http://schemas.microsoft.com/office/drawing/2014/main" id="{CE4FDB43-7466-4B74-330E-836DA9504C90}"/>
                </a:ext>
              </a:extLst>
            </p:cNvPr>
            <p:cNvSpPr>
              <a:spLocks/>
            </p:cNvSpPr>
            <p:nvPr/>
          </p:nvSpPr>
          <p:spPr bwMode="auto">
            <a:xfrm>
              <a:off x="5183405" y="2678112"/>
              <a:ext cx="3601721" cy="4332288"/>
            </a:xfrm>
            <a:custGeom>
              <a:avLst/>
              <a:gdLst>
                <a:gd name="T0" fmla="*/ 1198 w 1198"/>
                <a:gd name="T1" fmla="*/ 0 h 1441"/>
                <a:gd name="T2" fmla="*/ 0 w 1198"/>
                <a:gd name="T3" fmla="*/ 1441 h 1441"/>
                <a:gd name="T4" fmla="*/ 1198 w 1198"/>
                <a:gd name="T5" fmla="*/ 1441 h 1441"/>
                <a:gd name="T6" fmla="*/ 1198 w 1198"/>
                <a:gd name="T7" fmla="*/ 0 h 1441"/>
              </a:gdLst>
              <a:ahLst/>
              <a:cxnLst>
                <a:cxn ang="0">
                  <a:pos x="T0" y="T1"/>
                </a:cxn>
                <a:cxn ang="0">
                  <a:pos x="T2" y="T3"/>
                </a:cxn>
                <a:cxn ang="0">
                  <a:pos x="T4" y="T5"/>
                </a:cxn>
                <a:cxn ang="0">
                  <a:pos x="T6" y="T7"/>
                </a:cxn>
              </a:cxnLst>
              <a:rect l="0" t="0" r="r" b="b"/>
              <a:pathLst>
                <a:path w="1198" h="1441">
                  <a:moveTo>
                    <a:pt x="1198" y="0"/>
                  </a:moveTo>
                  <a:lnTo>
                    <a:pt x="0" y="1441"/>
                  </a:lnTo>
                  <a:lnTo>
                    <a:pt x="1198" y="1441"/>
                  </a:lnTo>
                  <a:lnTo>
                    <a:pt x="1198" y="0"/>
                  </a:lnTo>
                  <a:close/>
                </a:path>
              </a:pathLst>
            </a:custGeom>
            <a:solidFill>
              <a:schemeClr val="accent4"/>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11" name="Freeform 6">
              <a:extLst>
                <a:ext uri="{FF2B5EF4-FFF2-40B4-BE49-F238E27FC236}">
                  <a16:creationId xmlns:a16="http://schemas.microsoft.com/office/drawing/2014/main" id="{2EA39DB9-F1B4-F4E9-CF4D-717B0CD747DA}"/>
                </a:ext>
              </a:extLst>
            </p:cNvPr>
            <p:cNvSpPr>
              <a:spLocks/>
            </p:cNvSpPr>
            <p:nvPr/>
          </p:nvSpPr>
          <p:spPr bwMode="auto">
            <a:xfrm>
              <a:off x="8763903" y="2678112"/>
              <a:ext cx="3589695" cy="4332288"/>
            </a:xfrm>
            <a:custGeom>
              <a:avLst/>
              <a:gdLst>
                <a:gd name="T0" fmla="*/ 0 w 1194"/>
                <a:gd name="T1" fmla="*/ 0 h 1441"/>
                <a:gd name="T2" fmla="*/ 1194 w 1194"/>
                <a:gd name="T3" fmla="*/ 1441 h 1441"/>
                <a:gd name="T4" fmla="*/ 0 w 1194"/>
                <a:gd name="T5" fmla="*/ 1441 h 1441"/>
                <a:gd name="T6" fmla="*/ 0 w 1194"/>
                <a:gd name="T7" fmla="*/ 0 h 1441"/>
              </a:gdLst>
              <a:ahLst/>
              <a:cxnLst>
                <a:cxn ang="0">
                  <a:pos x="T0" y="T1"/>
                </a:cxn>
                <a:cxn ang="0">
                  <a:pos x="T2" y="T3"/>
                </a:cxn>
                <a:cxn ang="0">
                  <a:pos x="T4" y="T5"/>
                </a:cxn>
                <a:cxn ang="0">
                  <a:pos x="T6" y="T7"/>
                </a:cxn>
              </a:cxnLst>
              <a:rect l="0" t="0" r="r" b="b"/>
              <a:pathLst>
                <a:path w="1194" h="1441">
                  <a:moveTo>
                    <a:pt x="0" y="0"/>
                  </a:moveTo>
                  <a:lnTo>
                    <a:pt x="1194" y="1441"/>
                  </a:lnTo>
                  <a:lnTo>
                    <a:pt x="0" y="1441"/>
                  </a:lnTo>
                  <a:lnTo>
                    <a:pt x="0" y="0"/>
                  </a:lnTo>
                  <a:close/>
                </a:path>
              </a:pathLst>
            </a:custGeom>
            <a:solidFill>
              <a:schemeClr val="accent5"/>
            </a:solidFill>
            <a:ln>
              <a:noFill/>
            </a:ln>
          </p:spPr>
          <p:txBody>
            <a:bodyPr vert="horz" wrap="square" lIns="91440" tIns="45720" rIns="91440" bIns="45720" numCol="1" anchor="t" anchorCtr="0" compatLnSpc="1">
              <a:prstTxWarp prst="textNoShape">
                <a:avLst/>
              </a:prstTxWarp>
              <a:noAutofit/>
            </a:bodyPr>
            <a:lstStyle/>
            <a:p>
              <a:endParaRPr lang="en-US" dirty="0"/>
            </a:p>
          </p:txBody>
        </p:sp>
      </p:grpSp>
      <p:sp>
        <p:nvSpPr>
          <p:cNvPr id="14" name="Image 2">
            <a:extLst>
              <a:ext uri="{FF2B5EF4-FFF2-40B4-BE49-F238E27FC236}">
                <a16:creationId xmlns:a16="http://schemas.microsoft.com/office/drawing/2014/main" id="{EFFAEAD9-58A9-096B-C6D0-58F7AD08EB20}"/>
              </a:ext>
              <a:ext uri="{C183D7F6-B498-43B3-948B-1728B52AA6E4}">
                <adec:decorative xmlns:adec="http://schemas.microsoft.com/office/drawing/2017/decorative" val="1"/>
              </a:ext>
            </a:extLst>
          </p:cNvPr>
          <p:cNvSpPr/>
          <p:nvPr/>
        </p:nvSpPr>
        <p:spPr>
          <a:xfrm>
            <a:off x="7642518" y="4577658"/>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noAutofit/>
          </a:bodyPr>
          <a:lstStyle/>
          <a:p>
            <a:endParaRPr lang="en-US" dirty="0"/>
          </a:p>
        </p:txBody>
      </p:sp>
      <p:sp>
        <p:nvSpPr>
          <p:cNvPr id="2" name="Title 1">
            <a:extLst>
              <a:ext uri="{FF2B5EF4-FFF2-40B4-BE49-F238E27FC236}">
                <a16:creationId xmlns:a16="http://schemas.microsoft.com/office/drawing/2014/main" id="{9A1CFBBA-B680-A6A7-3C4B-5FEAC4253283}"/>
              </a:ext>
            </a:extLst>
          </p:cNvPr>
          <p:cNvSpPr>
            <a:spLocks noGrp="1"/>
          </p:cNvSpPr>
          <p:nvPr>
            <p:ph type="title" hasCustomPrompt="1"/>
          </p:nvPr>
        </p:nvSpPr>
        <p:spPr>
          <a:xfrm>
            <a:off x="914400" y="1057274"/>
            <a:ext cx="6583680" cy="1531357"/>
          </a:xfrm>
        </p:spPr>
        <p:txBody>
          <a:bodyPr tIns="0" bIns="0">
            <a:noAutofit/>
          </a:bodyPr>
          <a:lstStyle>
            <a:lvl1pPr algn="l">
              <a:lnSpc>
                <a:spcPct val="100000"/>
              </a:lnSpc>
              <a:defRPr sz="3600"/>
            </a:lvl1pPr>
          </a:lstStyle>
          <a:p>
            <a:r>
              <a:rPr lang="en-US" dirty="0"/>
              <a:t>Click to add title</a:t>
            </a:r>
          </a:p>
        </p:txBody>
      </p:sp>
      <p:sp>
        <p:nvSpPr>
          <p:cNvPr id="13" name="Content Placeholder 2">
            <a:extLst>
              <a:ext uri="{FF2B5EF4-FFF2-40B4-BE49-F238E27FC236}">
                <a16:creationId xmlns:a16="http://schemas.microsoft.com/office/drawing/2014/main" id="{72386C43-DD10-E892-08AD-D6F4AE9617DD}"/>
              </a:ext>
            </a:extLst>
          </p:cNvPr>
          <p:cNvSpPr>
            <a:spLocks noGrp="1"/>
          </p:cNvSpPr>
          <p:nvPr>
            <p:ph idx="1" hasCustomPrompt="1"/>
          </p:nvPr>
        </p:nvSpPr>
        <p:spPr>
          <a:xfrm>
            <a:off x="914400" y="2834640"/>
            <a:ext cx="6583680" cy="3207344"/>
          </a:xfrm>
        </p:spPr>
        <p:txBody>
          <a:bodyPr lIns="91440" tIns="0" rIns="91440" bIns="0">
            <a:normAutofit/>
          </a:bodyPr>
          <a:lstStyle>
            <a:lvl1pPr marL="0" indent="0">
              <a:lnSpc>
                <a:spcPct val="150000"/>
              </a:lnSpc>
              <a:spcBef>
                <a:spcPts val="0"/>
              </a:spcBef>
              <a:buNone/>
              <a:defRPr sz="2400"/>
            </a:lvl1pPr>
            <a:lvl2pPr marL="347472">
              <a:lnSpc>
                <a:spcPct val="150000"/>
              </a:lnSpc>
              <a:spcBef>
                <a:spcPts val="0"/>
              </a:spcBef>
              <a:defRPr sz="2000"/>
            </a:lvl2pPr>
            <a:lvl3pPr marL="685800">
              <a:lnSpc>
                <a:spcPct val="150000"/>
              </a:lnSpc>
              <a:spcBef>
                <a:spcPts val="0"/>
              </a:spcBef>
              <a:defRPr sz="1800"/>
            </a:lvl3pPr>
          </a:lstStyle>
          <a:p>
            <a:pPr lvl="0"/>
            <a:r>
              <a:rPr lang="en-US" dirty="0"/>
              <a:t>Click to add text</a:t>
            </a:r>
          </a:p>
          <a:p>
            <a:pPr lvl="1"/>
            <a:r>
              <a:rPr lang="en-US" dirty="0"/>
              <a:t>Second level</a:t>
            </a:r>
          </a:p>
          <a:p>
            <a:pPr lvl="2"/>
            <a:r>
              <a:rPr lang="en-US" dirty="0"/>
              <a:t>Third level</a:t>
            </a:r>
          </a:p>
        </p:txBody>
      </p:sp>
      <p:sp>
        <p:nvSpPr>
          <p:cNvPr id="3" name="Slide Number Placeholder 2">
            <a:extLst>
              <a:ext uri="{FF2B5EF4-FFF2-40B4-BE49-F238E27FC236}">
                <a16:creationId xmlns:a16="http://schemas.microsoft.com/office/drawing/2014/main" id="{71114D1E-7749-DD58-8782-318E4F679DE0}"/>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3339645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ction 2">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537D12D-0FCA-3396-988D-452D3D526E3D}"/>
              </a:ext>
              <a:ext uri="{C183D7F6-B498-43B3-948B-1728B52AA6E4}">
                <adec:decorative xmlns:adec="http://schemas.microsoft.com/office/drawing/2017/decorative" val="1"/>
              </a:ext>
            </a:extLst>
          </p:cNvPr>
          <p:cNvSpPr/>
          <p:nvPr userDrawn="1"/>
        </p:nvSpPr>
        <p:spPr>
          <a:xfrm>
            <a:off x="-24064" y="3390900"/>
            <a:ext cx="12216063" cy="34671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6" name="Rectangle 5">
            <a:extLst>
              <a:ext uri="{FF2B5EF4-FFF2-40B4-BE49-F238E27FC236}">
                <a16:creationId xmlns:a16="http://schemas.microsoft.com/office/drawing/2014/main" id="{11710CE8-8A83-C0D3-623E-AFCC6C6A2930}"/>
              </a:ext>
              <a:ext uri="{C183D7F6-B498-43B3-948B-1728B52AA6E4}">
                <adec:decorative xmlns:adec="http://schemas.microsoft.com/office/drawing/2017/decorative" val="1"/>
              </a:ext>
            </a:extLst>
          </p:cNvPr>
          <p:cNvSpPr/>
          <p:nvPr userDrawn="1"/>
        </p:nvSpPr>
        <p:spPr>
          <a:xfrm>
            <a:off x="443346" y="332509"/>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grpSp>
        <p:nvGrpSpPr>
          <p:cNvPr id="18" name="Group 17">
            <a:extLst>
              <a:ext uri="{FF2B5EF4-FFF2-40B4-BE49-F238E27FC236}">
                <a16:creationId xmlns:a16="http://schemas.microsoft.com/office/drawing/2014/main" id="{7AA66C80-37C3-6D28-7564-733A30B2CD8D}"/>
              </a:ext>
              <a:ext uri="{C183D7F6-B498-43B3-948B-1728B52AA6E4}">
                <adec:decorative xmlns:adec="http://schemas.microsoft.com/office/drawing/2017/decorative" val="1"/>
              </a:ext>
            </a:extLst>
          </p:cNvPr>
          <p:cNvGrpSpPr/>
          <p:nvPr userDrawn="1"/>
        </p:nvGrpSpPr>
        <p:grpSpPr>
          <a:xfrm flipH="1">
            <a:off x="9353550" y="0"/>
            <a:ext cx="2838450" cy="2857958"/>
            <a:chOff x="0" y="0"/>
            <a:chExt cx="2838450" cy="2857958"/>
          </a:xfrm>
        </p:grpSpPr>
        <p:sp>
          <p:nvSpPr>
            <p:cNvPr id="12" name="Freeform: Shape 28">
              <a:extLst>
                <a:ext uri="{FF2B5EF4-FFF2-40B4-BE49-F238E27FC236}">
                  <a16:creationId xmlns:a16="http://schemas.microsoft.com/office/drawing/2014/main" id="{D9DB7C23-E0CF-A75F-BFFD-4E7679AF4AD5}"/>
                </a:ext>
                <a:ext uri="{C183D7F6-B498-43B3-948B-1728B52AA6E4}">
                  <adec:decorative xmlns:adec="http://schemas.microsoft.com/office/drawing/2017/decorative" val="1"/>
                </a:ext>
              </a:extLst>
            </p:cNvPr>
            <p:cNvSpPr/>
            <p:nvPr userDrawn="1"/>
          </p:nvSpPr>
          <p:spPr>
            <a:xfrm>
              <a:off x="0" y="0"/>
              <a:ext cx="2838450" cy="2857958"/>
            </a:xfrm>
            <a:custGeom>
              <a:avLst/>
              <a:gdLst>
                <a:gd name="connsiteX0" fmla="*/ 1971005 w 2838450"/>
                <a:gd name="connsiteY0" fmla="*/ 0 h 2857958"/>
                <a:gd name="connsiteX1" fmla="*/ 2838450 w 2838450"/>
                <a:gd name="connsiteY1" fmla="*/ 0 h 2857958"/>
                <a:gd name="connsiteX2" fmla="*/ 2838450 w 2838450"/>
                <a:gd name="connsiteY2" fmla="*/ 7240 h 2857958"/>
                <a:gd name="connsiteX3" fmla="*/ 278890 w 2838450"/>
                <a:gd name="connsiteY3" fmla="*/ 2843883 h 2857958"/>
                <a:gd name="connsiteX4" fmla="*/ 0 w 2838450"/>
                <a:gd name="connsiteY4" fmla="*/ 2857958 h 2857958"/>
                <a:gd name="connsiteX5" fmla="*/ 0 w 2838450"/>
                <a:gd name="connsiteY5" fmla="*/ 1990580 h 2857958"/>
                <a:gd name="connsiteX6" fmla="*/ 190293 w 2838450"/>
                <a:gd name="connsiteY6" fmla="*/ 1980883 h 2857958"/>
                <a:gd name="connsiteX7" fmla="*/ 1960910 w 2838450"/>
                <a:gd name="connsiteY7" fmla="*/ 200390 h 2857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38450" h="2857958">
                  <a:moveTo>
                    <a:pt x="1971005" y="0"/>
                  </a:moveTo>
                  <a:lnTo>
                    <a:pt x="2838450" y="0"/>
                  </a:lnTo>
                  <a:lnTo>
                    <a:pt x="2838450" y="7240"/>
                  </a:lnTo>
                  <a:cubicBezTo>
                    <a:pt x="2838450" y="1484015"/>
                    <a:pt x="1716931" y="2697914"/>
                    <a:pt x="278890" y="2843883"/>
                  </a:cubicBezTo>
                  <a:lnTo>
                    <a:pt x="0" y="2857958"/>
                  </a:lnTo>
                  <a:lnTo>
                    <a:pt x="0" y="1990580"/>
                  </a:lnTo>
                  <a:lnTo>
                    <a:pt x="190293" y="1980883"/>
                  </a:lnTo>
                  <a:cubicBezTo>
                    <a:pt x="1124600" y="1885128"/>
                    <a:pt x="1866185" y="1135788"/>
                    <a:pt x="1960910" y="200390"/>
                  </a:cubicBez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15" name="Freeform: Shape 15">
              <a:extLst>
                <a:ext uri="{FF2B5EF4-FFF2-40B4-BE49-F238E27FC236}">
                  <a16:creationId xmlns:a16="http://schemas.microsoft.com/office/drawing/2014/main" id="{4D62A0CC-A0CE-403A-A167-27225B2C6083}"/>
                </a:ext>
                <a:ext uri="{C183D7F6-B498-43B3-948B-1728B52AA6E4}">
                  <adec:decorative xmlns:adec="http://schemas.microsoft.com/office/drawing/2017/decorative" val="1"/>
                </a:ext>
              </a:extLst>
            </p:cNvPr>
            <p:cNvSpPr/>
            <p:nvPr userDrawn="1"/>
          </p:nvSpPr>
          <p:spPr>
            <a:xfrm>
              <a:off x="1" y="1"/>
              <a:ext cx="1003449" cy="1013015"/>
            </a:xfrm>
            <a:custGeom>
              <a:avLst/>
              <a:gdLst>
                <a:gd name="connsiteX0" fmla="*/ 0 w 1003449"/>
                <a:gd name="connsiteY0" fmla="*/ 0 h 1013015"/>
                <a:gd name="connsiteX1" fmla="*/ 1003449 w 1003449"/>
                <a:gd name="connsiteY1" fmla="*/ 0 h 1013015"/>
                <a:gd name="connsiteX2" fmla="*/ 998306 w 1003449"/>
                <a:gd name="connsiteY2" fmla="*/ 100639 h 1013015"/>
                <a:gd name="connsiteX3" fmla="*/ 90663 w 1003449"/>
                <a:gd name="connsiteY3" fmla="*/ 1008380 h 1013015"/>
                <a:gd name="connsiteX4" fmla="*/ 0 w 1003449"/>
                <a:gd name="connsiteY4" fmla="*/ 1013015 h 1013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449" h="1013015">
                  <a:moveTo>
                    <a:pt x="0" y="0"/>
                  </a:moveTo>
                  <a:lnTo>
                    <a:pt x="1003449" y="0"/>
                  </a:lnTo>
                  <a:lnTo>
                    <a:pt x="998306" y="100639"/>
                  </a:lnTo>
                  <a:cubicBezTo>
                    <a:pt x="949402" y="576784"/>
                    <a:pt x="566756" y="959471"/>
                    <a:pt x="90663" y="1008380"/>
                  </a:cubicBezTo>
                  <a:lnTo>
                    <a:pt x="0" y="1013015"/>
                  </a:lnTo>
                  <a:close/>
                </a:path>
              </a:pathLst>
            </a:custGeom>
            <a:solidFill>
              <a:schemeClr val="bg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6" name="Image 2">
              <a:extLst>
                <a:ext uri="{FF2B5EF4-FFF2-40B4-BE49-F238E27FC236}">
                  <a16:creationId xmlns:a16="http://schemas.microsoft.com/office/drawing/2014/main" id="{F8AD83DA-A293-6D56-F606-7C98C403A3F7}"/>
                </a:ext>
                <a:ext uri="{C183D7F6-B498-43B3-948B-1728B52AA6E4}">
                  <adec:decorative xmlns:adec="http://schemas.microsoft.com/office/drawing/2017/decorative" val="1"/>
                </a:ext>
              </a:extLst>
            </p:cNvPr>
            <p:cNvSpPr/>
            <p:nvPr userDrawn="1"/>
          </p:nvSpPr>
          <p:spPr>
            <a:xfrm>
              <a:off x="1458332" y="590133"/>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grpSp>
      <p:sp>
        <p:nvSpPr>
          <p:cNvPr id="2" name="Title 1"/>
          <p:cNvSpPr>
            <a:spLocks noGrp="1"/>
          </p:cNvSpPr>
          <p:nvPr userDrawn="1">
            <p:ph type="title" hasCustomPrompt="1"/>
          </p:nvPr>
        </p:nvSpPr>
        <p:spPr>
          <a:xfrm>
            <a:off x="5702441" y="1061623"/>
            <a:ext cx="5723586" cy="4739104"/>
          </a:xfrm>
        </p:spPr>
        <p:txBody>
          <a:bodyPr tIns="0" bIns="0" anchor="ctr">
            <a:noAutofit/>
          </a:bodyPr>
          <a:lstStyle>
            <a:lvl1pPr algn="l">
              <a:lnSpc>
                <a:spcPct val="100000"/>
              </a:lnSpc>
              <a:defRPr sz="3600" b="1"/>
            </a:lvl1pPr>
          </a:lstStyle>
          <a:p>
            <a:r>
              <a:rPr lang="en-US" dirty="0"/>
              <a:t>Click to add title</a:t>
            </a:r>
          </a:p>
        </p:txBody>
      </p:sp>
      <p:sp>
        <p:nvSpPr>
          <p:cNvPr id="8" name="Picture Placeholder 7">
            <a:extLst>
              <a:ext uri="{FF2B5EF4-FFF2-40B4-BE49-F238E27FC236}">
                <a16:creationId xmlns:a16="http://schemas.microsoft.com/office/drawing/2014/main" id="{E979AC40-7C15-9431-5B1A-415655A7FC05}"/>
              </a:ext>
            </a:extLst>
          </p:cNvPr>
          <p:cNvSpPr>
            <a:spLocks noGrp="1"/>
          </p:cNvSpPr>
          <p:nvPr>
            <p:ph type="pic" sz="quarter" idx="11" hasCustomPrompt="1"/>
          </p:nvPr>
        </p:nvSpPr>
        <p:spPr>
          <a:xfrm>
            <a:off x="443345" y="0"/>
            <a:ext cx="4344695" cy="6359525"/>
          </a:xfrm>
        </p:spPr>
        <p:txBody>
          <a:bodyPr>
            <a:normAutofit/>
          </a:bodyPr>
          <a:lstStyle>
            <a:lvl1pPr marL="0" indent="0">
              <a:buNone/>
              <a:defRPr sz="1800"/>
            </a:lvl1pPr>
          </a:lstStyle>
          <a:p>
            <a:pPr lvl="0"/>
            <a:r>
              <a:rPr lang="en-US" dirty="0"/>
              <a:t>Click to add picture</a:t>
            </a:r>
          </a:p>
        </p:txBody>
      </p:sp>
    </p:spTree>
    <p:extLst>
      <p:ext uri="{BB962C8B-B14F-4D97-AF65-F5344CB8AC3E}">
        <p14:creationId xmlns:p14="http://schemas.microsoft.com/office/powerpoint/2010/main" val="4331891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86F8B46B-EF6E-BC12-09E2-0F3B779197B4}"/>
              </a:ext>
              <a:ext uri="{C183D7F6-B498-43B3-948B-1728B52AA6E4}">
                <adec:decorative xmlns:adec="http://schemas.microsoft.com/office/drawing/2017/decorative" val="1"/>
              </a:ext>
            </a:extLst>
          </p:cNvPr>
          <p:cNvSpPr/>
          <p:nvPr userDrawn="1"/>
        </p:nvSpPr>
        <p:spPr>
          <a:xfrm>
            <a:off x="-24064" y="-400"/>
            <a:ext cx="12216063" cy="34671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22" name="Rectangle 21">
            <a:extLst>
              <a:ext uri="{FF2B5EF4-FFF2-40B4-BE49-F238E27FC236}">
                <a16:creationId xmlns:a16="http://schemas.microsoft.com/office/drawing/2014/main" id="{5D7B4F11-E150-473B-98F5-6E6AC9646863}"/>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36" name="Freeform 35">
            <a:extLst>
              <a:ext uri="{FF2B5EF4-FFF2-40B4-BE49-F238E27FC236}">
                <a16:creationId xmlns:a16="http://schemas.microsoft.com/office/drawing/2014/main" id="{A8E2FA61-C047-21BB-AA50-F84AD7685498}"/>
              </a:ext>
              <a:ext uri="{C183D7F6-B498-43B3-948B-1728B52AA6E4}">
                <adec:decorative xmlns:adec="http://schemas.microsoft.com/office/drawing/2017/decorative" val="1"/>
              </a:ext>
            </a:extLst>
          </p:cNvPr>
          <p:cNvSpPr/>
          <p:nvPr userDrawn="1"/>
        </p:nvSpPr>
        <p:spPr>
          <a:xfrm rot="16200000">
            <a:off x="5760023" y="3764463"/>
            <a:ext cx="2812357" cy="3394143"/>
          </a:xfrm>
          <a:custGeom>
            <a:avLst/>
            <a:gdLst>
              <a:gd name="connsiteX0" fmla="*/ 0 w 2812357"/>
              <a:gd name="connsiteY0" fmla="*/ 0 h 3394143"/>
              <a:gd name="connsiteX1" fmla="*/ 2812357 w 2812357"/>
              <a:gd name="connsiteY1" fmla="*/ 3394143 h 3394143"/>
              <a:gd name="connsiteX2" fmla="*/ 0 w 2812357"/>
              <a:gd name="connsiteY2" fmla="*/ 3394143 h 3394143"/>
            </a:gdLst>
            <a:ahLst/>
            <a:cxnLst>
              <a:cxn ang="0">
                <a:pos x="connsiteX0" y="connsiteY0"/>
              </a:cxn>
              <a:cxn ang="0">
                <a:pos x="connsiteX1" y="connsiteY1"/>
              </a:cxn>
              <a:cxn ang="0">
                <a:pos x="connsiteX2" y="connsiteY2"/>
              </a:cxn>
            </a:cxnLst>
            <a:rect l="l" t="t" r="r" b="b"/>
            <a:pathLst>
              <a:path w="2812357" h="3394143">
                <a:moveTo>
                  <a:pt x="0" y="0"/>
                </a:moveTo>
                <a:lnTo>
                  <a:pt x="2812357" y="3394143"/>
                </a:lnTo>
                <a:lnTo>
                  <a:pt x="0" y="3394143"/>
                </a:lnTo>
                <a:close/>
              </a:path>
            </a:pathLst>
          </a:custGeom>
          <a:solidFill>
            <a:schemeClr val="accent4">
              <a:lumMod val="40000"/>
              <a:lumOff val="60000"/>
              <a:alpha val="50000"/>
            </a:schemeClr>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33" name="Freeform 32">
            <a:extLst>
              <a:ext uri="{FF2B5EF4-FFF2-40B4-BE49-F238E27FC236}">
                <a16:creationId xmlns:a16="http://schemas.microsoft.com/office/drawing/2014/main" id="{1A2791BA-760E-9FA5-8743-D0B699FC9835}"/>
              </a:ext>
              <a:ext uri="{C183D7F6-B498-43B3-948B-1728B52AA6E4}">
                <adec:decorative xmlns:adec="http://schemas.microsoft.com/office/drawing/2017/decorative" val="1"/>
              </a:ext>
            </a:extLst>
          </p:cNvPr>
          <p:cNvSpPr/>
          <p:nvPr userDrawn="1"/>
        </p:nvSpPr>
        <p:spPr>
          <a:xfrm>
            <a:off x="0" y="3463854"/>
            <a:ext cx="435241" cy="3394146"/>
          </a:xfrm>
          <a:custGeom>
            <a:avLst/>
            <a:gdLst>
              <a:gd name="connsiteX0" fmla="*/ 435241 w 435241"/>
              <a:gd name="connsiteY0" fmla="*/ 0 h 3394146"/>
              <a:gd name="connsiteX1" fmla="*/ 435241 w 435241"/>
              <a:gd name="connsiteY1" fmla="*/ 3394146 h 3394146"/>
              <a:gd name="connsiteX2" fmla="*/ 0 w 435241"/>
              <a:gd name="connsiteY2" fmla="*/ 3394146 h 3394146"/>
              <a:gd name="connsiteX3" fmla="*/ 0 w 435241"/>
              <a:gd name="connsiteY3" fmla="*/ 523525 h 3394146"/>
            </a:gdLst>
            <a:ahLst/>
            <a:cxnLst>
              <a:cxn ang="0">
                <a:pos x="connsiteX0" y="connsiteY0"/>
              </a:cxn>
              <a:cxn ang="0">
                <a:pos x="connsiteX1" y="connsiteY1"/>
              </a:cxn>
              <a:cxn ang="0">
                <a:pos x="connsiteX2" y="connsiteY2"/>
              </a:cxn>
              <a:cxn ang="0">
                <a:pos x="connsiteX3" y="connsiteY3"/>
              </a:cxn>
            </a:cxnLst>
            <a:rect l="l" t="t" r="r" b="b"/>
            <a:pathLst>
              <a:path w="435241" h="3394146">
                <a:moveTo>
                  <a:pt x="435241" y="0"/>
                </a:moveTo>
                <a:lnTo>
                  <a:pt x="435241" y="3394146"/>
                </a:lnTo>
                <a:lnTo>
                  <a:pt x="0" y="3394146"/>
                </a:lnTo>
                <a:lnTo>
                  <a:pt x="0" y="523525"/>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p>
        </p:txBody>
      </p:sp>
      <p:sp>
        <p:nvSpPr>
          <p:cNvPr id="4" name="Title 1">
            <a:extLst>
              <a:ext uri="{FF2B5EF4-FFF2-40B4-BE49-F238E27FC236}">
                <a16:creationId xmlns:a16="http://schemas.microsoft.com/office/drawing/2014/main" id="{8D6A03F2-8C7B-D33B-0E8F-24D4800D5C01}"/>
              </a:ext>
            </a:extLst>
          </p:cNvPr>
          <p:cNvSpPr>
            <a:spLocks noGrp="1"/>
          </p:cNvSpPr>
          <p:nvPr userDrawn="1">
            <p:ph type="title" hasCustomPrompt="1"/>
          </p:nvPr>
        </p:nvSpPr>
        <p:spPr>
          <a:xfrm>
            <a:off x="914400" y="1057275"/>
            <a:ext cx="5259554" cy="2495028"/>
          </a:xfrm>
        </p:spPr>
        <p:txBody>
          <a:bodyPr tIns="0" bIns="0">
            <a:noAutofit/>
          </a:bodyPr>
          <a:lstStyle>
            <a:lvl1pPr algn="l">
              <a:lnSpc>
                <a:spcPct val="100000"/>
              </a:lnSpc>
              <a:defRPr sz="3600"/>
            </a:lvl1pPr>
          </a:lstStyle>
          <a:p>
            <a:r>
              <a:rPr lang="en-US" dirty="0"/>
              <a:t>Click to add text</a:t>
            </a:r>
          </a:p>
        </p:txBody>
      </p:sp>
      <p:sp>
        <p:nvSpPr>
          <p:cNvPr id="5" name="Content Placeholder 2">
            <a:extLst>
              <a:ext uri="{FF2B5EF4-FFF2-40B4-BE49-F238E27FC236}">
                <a16:creationId xmlns:a16="http://schemas.microsoft.com/office/drawing/2014/main" id="{C51465C6-2CDE-B5BF-F22E-CBDD44E86CFC}"/>
              </a:ext>
            </a:extLst>
          </p:cNvPr>
          <p:cNvSpPr>
            <a:spLocks noGrp="1"/>
          </p:cNvSpPr>
          <p:nvPr userDrawn="1">
            <p:ph idx="1" hasCustomPrompt="1"/>
          </p:nvPr>
        </p:nvSpPr>
        <p:spPr>
          <a:xfrm>
            <a:off x="914400" y="3808750"/>
            <a:ext cx="5259554" cy="2233233"/>
          </a:xfrm>
        </p:spPr>
        <p:txBody>
          <a:bodyPr lIns="91440" tIns="0" rIns="9144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
        <p:nvSpPr>
          <p:cNvPr id="52" name="Picture Placeholder 7">
            <a:extLst>
              <a:ext uri="{FF2B5EF4-FFF2-40B4-BE49-F238E27FC236}">
                <a16:creationId xmlns:a16="http://schemas.microsoft.com/office/drawing/2014/main" id="{55126063-BDEE-A1AB-FDAE-DD9B98CACDA8}"/>
              </a:ext>
            </a:extLst>
          </p:cNvPr>
          <p:cNvSpPr>
            <a:spLocks noGrp="1"/>
          </p:cNvSpPr>
          <p:nvPr>
            <p:ph type="pic" sz="quarter" idx="11" hasCustomPrompt="1"/>
          </p:nvPr>
        </p:nvSpPr>
        <p:spPr>
          <a:xfrm>
            <a:off x="7414194" y="410780"/>
            <a:ext cx="4344695" cy="6447220"/>
          </a:xfrm>
          <a:solidFill>
            <a:schemeClr val="accent3"/>
          </a:solidFill>
        </p:spPr>
        <p:txBody>
          <a:bodyPr>
            <a:normAutofit/>
          </a:bodyPr>
          <a:lstStyle>
            <a:lvl1pPr marL="0" indent="0">
              <a:buNone/>
              <a:defRPr sz="1800"/>
            </a:lvl1pPr>
          </a:lstStyle>
          <a:p>
            <a:pPr lvl="0"/>
            <a:r>
              <a:rPr lang="en-US" dirty="0"/>
              <a:t>Click to add picture</a:t>
            </a:r>
          </a:p>
        </p:txBody>
      </p:sp>
    </p:spTree>
    <p:extLst>
      <p:ext uri="{BB962C8B-B14F-4D97-AF65-F5344CB8AC3E}">
        <p14:creationId xmlns:p14="http://schemas.microsoft.com/office/powerpoint/2010/main" val="16817894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32" name="Image 1">
            <a:extLst>
              <a:ext uri="{FF2B5EF4-FFF2-40B4-BE49-F238E27FC236}">
                <a16:creationId xmlns:a16="http://schemas.microsoft.com/office/drawing/2014/main" id="{2A3EC91E-4089-D366-06D3-3E66F93DFAF3}"/>
              </a:ext>
              <a:ext uri="{C183D7F6-B498-43B3-948B-1728B52AA6E4}">
                <adec:decorative xmlns:adec="http://schemas.microsoft.com/office/drawing/2017/decorative" val="1"/>
              </a:ext>
            </a:extLst>
          </p:cNvPr>
          <p:cNvSpPr/>
          <p:nvPr/>
        </p:nvSpPr>
        <p:spPr>
          <a:xfrm>
            <a:off x="-7117" y="0"/>
            <a:ext cx="2550985" cy="6858000"/>
          </a:xfrm>
          <a:custGeom>
            <a:avLst/>
            <a:gdLst>
              <a:gd name="connsiteX0" fmla="*/ 2550985 w 2550985"/>
              <a:gd name="connsiteY0" fmla="*/ 0 h 6858000"/>
              <a:gd name="connsiteX1" fmla="*/ 0 w 2550985"/>
              <a:gd name="connsiteY1" fmla="*/ 0 h 6858000"/>
              <a:gd name="connsiteX2" fmla="*/ 0 w 2550985"/>
              <a:gd name="connsiteY2" fmla="*/ 6858000 h 6858000"/>
              <a:gd name="connsiteX3" fmla="*/ 2550985 w 2550985"/>
              <a:gd name="connsiteY3" fmla="*/ 6858000 h 6858000"/>
              <a:gd name="connsiteX4" fmla="*/ 2550985 w 2550985"/>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0985" h="6858000">
                <a:moveTo>
                  <a:pt x="2550985" y="0"/>
                </a:moveTo>
                <a:lnTo>
                  <a:pt x="0" y="0"/>
                </a:lnTo>
                <a:lnTo>
                  <a:pt x="0" y="6858000"/>
                </a:lnTo>
                <a:lnTo>
                  <a:pt x="2550985" y="6858000"/>
                </a:lnTo>
                <a:lnTo>
                  <a:pt x="2550985" y="0"/>
                </a:lnTo>
                <a:close/>
              </a:path>
            </a:pathLst>
          </a:custGeom>
          <a:solidFill>
            <a:schemeClr val="accent4"/>
          </a:solidFill>
          <a:ln w="7045" cap="flat">
            <a:noFill/>
            <a:prstDash val="solid"/>
            <a:miter/>
          </a:ln>
        </p:spPr>
        <p:txBody>
          <a:bodyPr rtlCol="0" anchor="ctr">
            <a:noAutofit/>
          </a:bodyPr>
          <a:lstStyle/>
          <a:p>
            <a:endParaRPr lang="en-US" dirty="0"/>
          </a:p>
        </p:txBody>
      </p:sp>
      <p:sp>
        <p:nvSpPr>
          <p:cNvPr id="53" name="Freeform: Shape 52">
            <a:extLst>
              <a:ext uri="{FF2B5EF4-FFF2-40B4-BE49-F238E27FC236}">
                <a16:creationId xmlns:a16="http://schemas.microsoft.com/office/drawing/2014/main" id="{70F595E1-C910-3710-90E9-AF5FFCE05861}"/>
              </a:ext>
              <a:ext uri="{C183D7F6-B498-43B3-948B-1728B52AA6E4}">
                <adec:decorative xmlns:adec="http://schemas.microsoft.com/office/drawing/2017/decorative" val="1"/>
              </a:ext>
            </a:extLst>
          </p:cNvPr>
          <p:cNvSpPr/>
          <p:nvPr userDrawn="1"/>
        </p:nvSpPr>
        <p:spPr>
          <a:xfrm>
            <a:off x="-9415" y="0"/>
            <a:ext cx="2548591" cy="2555628"/>
          </a:xfrm>
          <a:custGeom>
            <a:avLst/>
            <a:gdLst>
              <a:gd name="connsiteX0" fmla="*/ 138643 w 2548591"/>
              <a:gd name="connsiteY0" fmla="*/ 1 h 2555628"/>
              <a:gd name="connsiteX1" fmla="*/ 163874 w 2548591"/>
              <a:gd name="connsiteY1" fmla="*/ 1 h 2555628"/>
              <a:gd name="connsiteX2" fmla="*/ 2548463 w 2548591"/>
              <a:gd name="connsiteY2" fmla="*/ 2391168 h 2555628"/>
              <a:gd name="connsiteX3" fmla="*/ 2548463 w 2548591"/>
              <a:gd name="connsiteY3" fmla="*/ 2416472 h 2555628"/>
              <a:gd name="connsiteX4" fmla="*/ 2548590 w 2548591"/>
              <a:gd name="connsiteY4" fmla="*/ 2416600 h 2555628"/>
              <a:gd name="connsiteX5" fmla="*/ 138643 w 2548591"/>
              <a:gd name="connsiteY5" fmla="*/ 1 h 2555628"/>
              <a:gd name="connsiteX6" fmla="*/ 0 w 2548591"/>
              <a:gd name="connsiteY6" fmla="*/ 1 h 2555628"/>
              <a:gd name="connsiteX7" fmla="*/ 25231 w 2548591"/>
              <a:gd name="connsiteY7" fmla="*/ 1 h 2555628"/>
              <a:gd name="connsiteX8" fmla="*/ 2548591 w 2548591"/>
              <a:gd name="connsiteY8" fmla="*/ 2530324 h 2555628"/>
              <a:gd name="connsiteX9" fmla="*/ 2548591 w 2548591"/>
              <a:gd name="connsiteY9" fmla="*/ 2555628 h 2555628"/>
              <a:gd name="connsiteX10" fmla="*/ 0 w 2548591"/>
              <a:gd name="connsiteY10" fmla="*/ 1 h 2555628"/>
              <a:gd name="connsiteX11" fmla="*/ 277411 w 2548591"/>
              <a:gd name="connsiteY11" fmla="*/ 1 h 2555628"/>
              <a:gd name="connsiteX12" fmla="*/ 302642 w 2548591"/>
              <a:gd name="connsiteY12" fmla="*/ 1 h 2555628"/>
              <a:gd name="connsiteX13" fmla="*/ 2548582 w 2548591"/>
              <a:gd name="connsiteY13" fmla="*/ 2252147 h 2555628"/>
              <a:gd name="connsiteX14" fmla="*/ 2548582 w 2548591"/>
              <a:gd name="connsiteY14" fmla="*/ 2277444 h 2555628"/>
              <a:gd name="connsiteX15" fmla="*/ 277411 w 2548591"/>
              <a:gd name="connsiteY15" fmla="*/ 1 h 2555628"/>
              <a:gd name="connsiteX16" fmla="*/ 416054 w 2548591"/>
              <a:gd name="connsiteY16" fmla="*/ 1 h 2555628"/>
              <a:gd name="connsiteX17" fmla="*/ 441285 w 2548591"/>
              <a:gd name="connsiteY17" fmla="*/ 1 h 2555628"/>
              <a:gd name="connsiteX18" fmla="*/ 2548589 w 2548591"/>
              <a:gd name="connsiteY18" fmla="*/ 2113119 h 2555628"/>
              <a:gd name="connsiteX19" fmla="*/ 2548589 w 2548591"/>
              <a:gd name="connsiteY19" fmla="*/ 2138423 h 2555628"/>
              <a:gd name="connsiteX20" fmla="*/ 416054 w 2548591"/>
              <a:gd name="connsiteY20" fmla="*/ 1 h 2555628"/>
              <a:gd name="connsiteX21" fmla="*/ 554698 w 2548591"/>
              <a:gd name="connsiteY21" fmla="*/ 1 h 2555628"/>
              <a:gd name="connsiteX22" fmla="*/ 579930 w 2548591"/>
              <a:gd name="connsiteY22" fmla="*/ 1 h 2555628"/>
              <a:gd name="connsiteX23" fmla="*/ 2548462 w 2548591"/>
              <a:gd name="connsiteY23" fmla="*/ 1973963 h 2555628"/>
              <a:gd name="connsiteX24" fmla="*/ 2548462 w 2548591"/>
              <a:gd name="connsiteY24" fmla="*/ 1999267 h 2555628"/>
              <a:gd name="connsiteX25" fmla="*/ 2548589 w 2548591"/>
              <a:gd name="connsiteY25" fmla="*/ 1999394 h 2555628"/>
              <a:gd name="connsiteX26" fmla="*/ 554698 w 2548591"/>
              <a:gd name="connsiteY26" fmla="*/ 1 h 2555628"/>
              <a:gd name="connsiteX27" fmla="*/ 693468 w 2548591"/>
              <a:gd name="connsiteY27" fmla="*/ 0 h 2555628"/>
              <a:gd name="connsiteX28" fmla="*/ 718701 w 2548591"/>
              <a:gd name="connsiteY28" fmla="*/ 0 h 2555628"/>
              <a:gd name="connsiteX29" fmla="*/ 2548583 w 2548591"/>
              <a:gd name="connsiteY29" fmla="*/ 1834942 h 2555628"/>
              <a:gd name="connsiteX30" fmla="*/ 2548583 w 2548591"/>
              <a:gd name="connsiteY30" fmla="*/ 1860239 h 2555628"/>
              <a:gd name="connsiteX31" fmla="*/ 693468 w 2548591"/>
              <a:gd name="connsiteY31" fmla="*/ 0 h 2555628"/>
              <a:gd name="connsiteX32" fmla="*/ 832112 w 2548591"/>
              <a:gd name="connsiteY32" fmla="*/ 0 h 2555628"/>
              <a:gd name="connsiteX33" fmla="*/ 857340 w 2548591"/>
              <a:gd name="connsiteY33" fmla="*/ 0 h 2555628"/>
              <a:gd name="connsiteX34" fmla="*/ 2548582 w 2548591"/>
              <a:gd name="connsiteY34" fmla="*/ 1695913 h 2555628"/>
              <a:gd name="connsiteX35" fmla="*/ 2548582 w 2548591"/>
              <a:gd name="connsiteY35" fmla="*/ 1721210 h 2555628"/>
              <a:gd name="connsiteX36" fmla="*/ 832112 w 2548591"/>
              <a:gd name="connsiteY36" fmla="*/ 0 h 2555628"/>
              <a:gd name="connsiteX37" fmla="*/ 970758 w 2548591"/>
              <a:gd name="connsiteY37" fmla="*/ 0 h 2555628"/>
              <a:gd name="connsiteX38" fmla="*/ 995986 w 2548591"/>
              <a:gd name="connsiteY38" fmla="*/ 0 h 2555628"/>
              <a:gd name="connsiteX39" fmla="*/ 2548463 w 2548591"/>
              <a:gd name="connsiteY39" fmla="*/ 1556758 h 2555628"/>
              <a:gd name="connsiteX40" fmla="*/ 2548463 w 2548591"/>
              <a:gd name="connsiteY40" fmla="*/ 1582062 h 2555628"/>
              <a:gd name="connsiteX41" fmla="*/ 2548590 w 2548591"/>
              <a:gd name="connsiteY41" fmla="*/ 1582189 h 2555628"/>
              <a:gd name="connsiteX42" fmla="*/ 970758 w 2548591"/>
              <a:gd name="connsiteY42" fmla="*/ 0 h 2555628"/>
              <a:gd name="connsiteX43" fmla="*/ 1109529 w 2548591"/>
              <a:gd name="connsiteY43" fmla="*/ 0 h 2555628"/>
              <a:gd name="connsiteX44" fmla="*/ 1134764 w 2548591"/>
              <a:gd name="connsiteY44" fmla="*/ 0 h 2555628"/>
              <a:gd name="connsiteX45" fmla="*/ 2548589 w 2548591"/>
              <a:gd name="connsiteY45" fmla="*/ 1417736 h 2555628"/>
              <a:gd name="connsiteX46" fmla="*/ 2548589 w 2548591"/>
              <a:gd name="connsiteY46" fmla="*/ 1443033 h 2555628"/>
              <a:gd name="connsiteX47" fmla="*/ 1109529 w 2548591"/>
              <a:gd name="connsiteY47" fmla="*/ 0 h 2555628"/>
              <a:gd name="connsiteX48" fmla="*/ 1248168 w 2548591"/>
              <a:gd name="connsiteY48" fmla="*/ 0 h 2555628"/>
              <a:gd name="connsiteX49" fmla="*/ 1273396 w 2548591"/>
              <a:gd name="connsiteY49" fmla="*/ 0 h 2555628"/>
              <a:gd name="connsiteX50" fmla="*/ 2548583 w 2548591"/>
              <a:gd name="connsiteY50" fmla="*/ 1278708 h 2555628"/>
              <a:gd name="connsiteX51" fmla="*/ 2548583 w 2548591"/>
              <a:gd name="connsiteY51" fmla="*/ 1304005 h 2555628"/>
              <a:gd name="connsiteX52" fmla="*/ 1248168 w 2548591"/>
              <a:gd name="connsiteY52" fmla="*/ 0 h 2555628"/>
              <a:gd name="connsiteX53" fmla="*/ 1386813 w 2548591"/>
              <a:gd name="connsiteY53" fmla="*/ 0 h 2555628"/>
              <a:gd name="connsiteX54" fmla="*/ 1412041 w 2548591"/>
              <a:gd name="connsiteY54" fmla="*/ 0 h 2555628"/>
              <a:gd name="connsiteX55" fmla="*/ 2548589 w 2548591"/>
              <a:gd name="connsiteY55" fmla="*/ 1139552 h 2555628"/>
              <a:gd name="connsiteX56" fmla="*/ 2548589 w 2548591"/>
              <a:gd name="connsiteY56" fmla="*/ 1164857 h 2555628"/>
              <a:gd name="connsiteX57" fmla="*/ 2548589 w 2548591"/>
              <a:gd name="connsiteY57" fmla="*/ 1164984 h 2555628"/>
              <a:gd name="connsiteX58" fmla="*/ 1386813 w 2548591"/>
              <a:gd name="connsiteY58" fmla="*/ 0 h 2555628"/>
              <a:gd name="connsiteX59" fmla="*/ 1525579 w 2548591"/>
              <a:gd name="connsiteY59" fmla="*/ 0 h 2555628"/>
              <a:gd name="connsiteX60" fmla="*/ 1550814 w 2548591"/>
              <a:gd name="connsiteY60" fmla="*/ 0 h 2555628"/>
              <a:gd name="connsiteX61" fmla="*/ 2548583 w 2548591"/>
              <a:gd name="connsiteY61" fmla="*/ 1000531 h 2555628"/>
              <a:gd name="connsiteX62" fmla="*/ 2548583 w 2548591"/>
              <a:gd name="connsiteY62" fmla="*/ 1025828 h 2555628"/>
              <a:gd name="connsiteX63" fmla="*/ 1525579 w 2548591"/>
              <a:gd name="connsiteY63" fmla="*/ 0 h 2555628"/>
              <a:gd name="connsiteX64" fmla="*/ 1664231 w 2548591"/>
              <a:gd name="connsiteY64" fmla="*/ 0 h 2555628"/>
              <a:gd name="connsiteX65" fmla="*/ 1689459 w 2548591"/>
              <a:gd name="connsiteY65" fmla="*/ 0 h 2555628"/>
              <a:gd name="connsiteX66" fmla="*/ 2548589 w 2548591"/>
              <a:gd name="connsiteY66" fmla="*/ 861503 h 2555628"/>
              <a:gd name="connsiteX67" fmla="*/ 2548589 w 2548591"/>
              <a:gd name="connsiteY67" fmla="*/ 886800 h 2555628"/>
              <a:gd name="connsiteX68" fmla="*/ 1664231 w 2548591"/>
              <a:gd name="connsiteY68" fmla="*/ 0 h 2555628"/>
              <a:gd name="connsiteX69" fmla="*/ 1802870 w 2548591"/>
              <a:gd name="connsiteY69" fmla="*/ 0 h 2555628"/>
              <a:gd name="connsiteX70" fmla="*/ 1828097 w 2548591"/>
              <a:gd name="connsiteY70" fmla="*/ 0 h 2555628"/>
              <a:gd name="connsiteX71" fmla="*/ 2548583 w 2548591"/>
              <a:gd name="connsiteY71" fmla="*/ 722347 h 2555628"/>
              <a:gd name="connsiteX72" fmla="*/ 2548583 w 2548591"/>
              <a:gd name="connsiteY72" fmla="*/ 747651 h 2555628"/>
              <a:gd name="connsiteX73" fmla="*/ 2548583 w 2548591"/>
              <a:gd name="connsiteY73" fmla="*/ 747778 h 2555628"/>
              <a:gd name="connsiteX74" fmla="*/ 1802870 w 2548591"/>
              <a:gd name="connsiteY74" fmla="*/ 0 h 2555628"/>
              <a:gd name="connsiteX75" fmla="*/ 1941642 w 2548591"/>
              <a:gd name="connsiteY75" fmla="*/ 0 h 2555628"/>
              <a:gd name="connsiteX76" fmla="*/ 1966877 w 2548591"/>
              <a:gd name="connsiteY76" fmla="*/ 0 h 2555628"/>
              <a:gd name="connsiteX77" fmla="*/ 2548589 w 2548591"/>
              <a:gd name="connsiteY77" fmla="*/ 583321 h 2555628"/>
              <a:gd name="connsiteX78" fmla="*/ 2548589 w 2548591"/>
              <a:gd name="connsiteY78" fmla="*/ 608622 h 2555628"/>
              <a:gd name="connsiteX79" fmla="*/ 1941642 w 2548591"/>
              <a:gd name="connsiteY79" fmla="*/ 0 h 2555628"/>
              <a:gd name="connsiteX80" fmla="*/ 2080281 w 2548591"/>
              <a:gd name="connsiteY80" fmla="*/ 0 h 2555628"/>
              <a:gd name="connsiteX81" fmla="*/ 2105508 w 2548591"/>
              <a:gd name="connsiteY81" fmla="*/ 0 h 2555628"/>
              <a:gd name="connsiteX82" fmla="*/ 2548582 w 2548591"/>
              <a:gd name="connsiteY82" fmla="*/ 444296 h 2555628"/>
              <a:gd name="connsiteX83" fmla="*/ 2548582 w 2548591"/>
              <a:gd name="connsiteY83" fmla="*/ 469597 h 2555628"/>
              <a:gd name="connsiteX84" fmla="*/ 2080281 w 2548591"/>
              <a:gd name="connsiteY84" fmla="*/ 0 h 2555628"/>
              <a:gd name="connsiteX85" fmla="*/ 2218926 w 2548591"/>
              <a:gd name="connsiteY85" fmla="*/ 0 h 2555628"/>
              <a:gd name="connsiteX86" fmla="*/ 2244153 w 2548591"/>
              <a:gd name="connsiteY86" fmla="*/ 0 h 2555628"/>
              <a:gd name="connsiteX87" fmla="*/ 2548582 w 2548591"/>
              <a:gd name="connsiteY87" fmla="*/ 305270 h 2555628"/>
              <a:gd name="connsiteX88" fmla="*/ 2548582 w 2548591"/>
              <a:gd name="connsiteY88" fmla="*/ 330570 h 2555628"/>
              <a:gd name="connsiteX89" fmla="*/ 2218926 w 2548591"/>
              <a:gd name="connsiteY89" fmla="*/ 0 h 2555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2548591" h="2555628">
                <a:moveTo>
                  <a:pt x="138643" y="1"/>
                </a:moveTo>
                <a:lnTo>
                  <a:pt x="163874" y="1"/>
                </a:lnTo>
                <a:cubicBezTo>
                  <a:pt x="163874" y="1318576"/>
                  <a:pt x="1233644" y="2391168"/>
                  <a:pt x="2548463" y="2391168"/>
                </a:cubicBezTo>
                <a:lnTo>
                  <a:pt x="2548463" y="2416472"/>
                </a:lnTo>
                <a:lnTo>
                  <a:pt x="2548590" y="2416600"/>
                </a:lnTo>
                <a:cubicBezTo>
                  <a:pt x="1219755" y="2416600"/>
                  <a:pt x="138643" y="1332503"/>
                  <a:pt x="138643" y="1"/>
                </a:cubicBezTo>
                <a:close/>
                <a:moveTo>
                  <a:pt x="0" y="1"/>
                </a:moveTo>
                <a:lnTo>
                  <a:pt x="25231" y="1"/>
                </a:lnTo>
                <a:cubicBezTo>
                  <a:pt x="25231" y="1395244"/>
                  <a:pt x="1157188" y="2530324"/>
                  <a:pt x="2548591" y="2530324"/>
                </a:cubicBezTo>
                <a:lnTo>
                  <a:pt x="2548591" y="2555628"/>
                </a:lnTo>
                <a:cubicBezTo>
                  <a:pt x="1143299" y="2555628"/>
                  <a:pt x="0" y="1409172"/>
                  <a:pt x="0" y="1"/>
                </a:cubicBezTo>
                <a:close/>
                <a:moveTo>
                  <a:pt x="277411" y="1"/>
                </a:moveTo>
                <a:lnTo>
                  <a:pt x="302642" y="1"/>
                </a:lnTo>
                <a:cubicBezTo>
                  <a:pt x="302642" y="1241907"/>
                  <a:pt x="1310229" y="2252147"/>
                  <a:pt x="2548582" y="2252147"/>
                </a:cubicBezTo>
                <a:lnTo>
                  <a:pt x="2548582" y="2277444"/>
                </a:lnTo>
                <a:cubicBezTo>
                  <a:pt x="1296205" y="2277444"/>
                  <a:pt x="277411" y="1255835"/>
                  <a:pt x="277411" y="1"/>
                </a:cubicBezTo>
                <a:close/>
                <a:moveTo>
                  <a:pt x="416054" y="1"/>
                </a:moveTo>
                <a:lnTo>
                  <a:pt x="441285" y="1"/>
                </a:lnTo>
                <a:cubicBezTo>
                  <a:pt x="441285" y="1165111"/>
                  <a:pt x="1386559" y="2113119"/>
                  <a:pt x="2548589" y="2113119"/>
                </a:cubicBezTo>
                <a:lnTo>
                  <a:pt x="2548589" y="2138423"/>
                </a:lnTo>
                <a:cubicBezTo>
                  <a:pt x="1372670" y="2138423"/>
                  <a:pt x="416054" y="1179166"/>
                  <a:pt x="416054" y="1"/>
                </a:cubicBezTo>
                <a:close/>
                <a:moveTo>
                  <a:pt x="554698" y="1"/>
                </a:moveTo>
                <a:lnTo>
                  <a:pt x="579930" y="1"/>
                </a:lnTo>
                <a:cubicBezTo>
                  <a:pt x="579930" y="1088442"/>
                  <a:pt x="1463017" y="1973963"/>
                  <a:pt x="2548462" y="1973963"/>
                </a:cubicBezTo>
                <a:lnTo>
                  <a:pt x="2548462" y="1999267"/>
                </a:lnTo>
                <a:lnTo>
                  <a:pt x="2548589" y="1999394"/>
                </a:lnTo>
                <a:cubicBezTo>
                  <a:pt x="1449127" y="1999394"/>
                  <a:pt x="554698" y="1102497"/>
                  <a:pt x="554698" y="1"/>
                </a:cubicBezTo>
                <a:close/>
                <a:moveTo>
                  <a:pt x="693468" y="0"/>
                </a:moveTo>
                <a:lnTo>
                  <a:pt x="718701" y="0"/>
                </a:lnTo>
                <a:cubicBezTo>
                  <a:pt x="718701" y="1011773"/>
                  <a:pt x="1539602" y="1834942"/>
                  <a:pt x="2548583" y="1834942"/>
                </a:cubicBezTo>
                <a:lnTo>
                  <a:pt x="2548583" y="1860239"/>
                </a:lnTo>
                <a:cubicBezTo>
                  <a:pt x="1525706" y="1860239"/>
                  <a:pt x="693468" y="1025701"/>
                  <a:pt x="693468" y="0"/>
                </a:cubicBezTo>
                <a:close/>
                <a:moveTo>
                  <a:pt x="832112" y="0"/>
                </a:moveTo>
                <a:lnTo>
                  <a:pt x="857340" y="0"/>
                </a:lnTo>
                <a:cubicBezTo>
                  <a:pt x="857340" y="935105"/>
                  <a:pt x="1616059" y="1695913"/>
                  <a:pt x="2548582" y="1695913"/>
                </a:cubicBezTo>
                <a:lnTo>
                  <a:pt x="2548582" y="1721210"/>
                </a:lnTo>
                <a:cubicBezTo>
                  <a:pt x="1602170" y="1721210"/>
                  <a:pt x="832112" y="949032"/>
                  <a:pt x="832112" y="0"/>
                </a:cubicBezTo>
                <a:close/>
                <a:moveTo>
                  <a:pt x="970758" y="0"/>
                </a:moveTo>
                <a:lnTo>
                  <a:pt x="995986" y="0"/>
                </a:lnTo>
                <a:cubicBezTo>
                  <a:pt x="995986" y="858436"/>
                  <a:pt x="1692391" y="1556758"/>
                  <a:pt x="2548463" y="1556758"/>
                </a:cubicBezTo>
                <a:lnTo>
                  <a:pt x="2548463" y="1582062"/>
                </a:lnTo>
                <a:lnTo>
                  <a:pt x="2548590" y="1582189"/>
                </a:lnTo>
                <a:cubicBezTo>
                  <a:pt x="1678628" y="1582189"/>
                  <a:pt x="970758" y="872491"/>
                  <a:pt x="970758" y="0"/>
                </a:cubicBezTo>
                <a:close/>
                <a:moveTo>
                  <a:pt x="1109529" y="0"/>
                </a:moveTo>
                <a:lnTo>
                  <a:pt x="1134764" y="0"/>
                </a:lnTo>
                <a:cubicBezTo>
                  <a:pt x="1134764" y="781767"/>
                  <a:pt x="1768975" y="1417736"/>
                  <a:pt x="2548589" y="1417736"/>
                </a:cubicBezTo>
                <a:lnTo>
                  <a:pt x="2548589" y="1443033"/>
                </a:lnTo>
                <a:cubicBezTo>
                  <a:pt x="1755086" y="1443033"/>
                  <a:pt x="1109529" y="795695"/>
                  <a:pt x="1109529" y="0"/>
                </a:cubicBezTo>
                <a:close/>
                <a:moveTo>
                  <a:pt x="1248168" y="0"/>
                </a:moveTo>
                <a:lnTo>
                  <a:pt x="1273396" y="0"/>
                </a:lnTo>
                <a:cubicBezTo>
                  <a:pt x="1273396" y="705097"/>
                  <a:pt x="1845433" y="1278708"/>
                  <a:pt x="2548583" y="1278708"/>
                </a:cubicBezTo>
                <a:lnTo>
                  <a:pt x="2548583" y="1304005"/>
                </a:lnTo>
                <a:cubicBezTo>
                  <a:pt x="1831537" y="1304005"/>
                  <a:pt x="1248168" y="719026"/>
                  <a:pt x="1248168" y="0"/>
                </a:cubicBezTo>
                <a:close/>
                <a:moveTo>
                  <a:pt x="1386813" y="0"/>
                </a:moveTo>
                <a:lnTo>
                  <a:pt x="1412041" y="0"/>
                </a:lnTo>
                <a:cubicBezTo>
                  <a:pt x="1412041" y="628428"/>
                  <a:pt x="1921890" y="1139552"/>
                  <a:pt x="2548589" y="1139552"/>
                </a:cubicBezTo>
                <a:lnTo>
                  <a:pt x="2548589" y="1164857"/>
                </a:lnTo>
                <a:lnTo>
                  <a:pt x="2548589" y="1164984"/>
                </a:lnTo>
                <a:cubicBezTo>
                  <a:pt x="1908001" y="1164984"/>
                  <a:pt x="1386813" y="642356"/>
                  <a:pt x="1386813" y="0"/>
                </a:cubicBezTo>
                <a:close/>
                <a:moveTo>
                  <a:pt x="1525579" y="0"/>
                </a:moveTo>
                <a:lnTo>
                  <a:pt x="1550814" y="0"/>
                </a:lnTo>
                <a:cubicBezTo>
                  <a:pt x="1550814" y="551759"/>
                  <a:pt x="1998468" y="1000531"/>
                  <a:pt x="2548583" y="1000531"/>
                </a:cubicBezTo>
                <a:lnTo>
                  <a:pt x="2548583" y="1025828"/>
                </a:lnTo>
                <a:cubicBezTo>
                  <a:pt x="1984452" y="1025828"/>
                  <a:pt x="1525579" y="565560"/>
                  <a:pt x="1525579" y="0"/>
                </a:cubicBezTo>
                <a:close/>
                <a:moveTo>
                  <a:pt x="1664231" y="0"/>
                </a:moveTo>
                <a:lnTo>
                  <a:pt x="1689459" y="0"/>
                </a:lnTo>
                <a:cubicBezTo>
                  <a:pt x="1689459" y="474963"/>
                  <a:pt x="2074805" y="861503"/>
                  <a:pt x="2548589" y="861503"/>
                </a:cubicBezTo>
                <a:lnTo>
                  <a:pt x="2548589" y="886800"/>
                </a:lnTo>
                <a:cubicBezTo>
                  <a:pt x="2060916" y="886800"/>
                  <a:pt x="1664231" y="489019"/>
                  <a:pt x="1664231" y="0"/>
                </a:cubicBezTo>
                <a:close/>
                <a:moveTo>
                  <a:pt x="1802870" y="0"/>
                </a:moveTo>
                <a:lnTo>
                  <a:pt x="1828097" y="0"/>
                </a:lnTo>
                <a:cubicBezTo>
                  <a:pt x="1828097" y="398295"/>
                  <a:pt x="2151263" y="722347"/>
                  <a:pt x="2548583" y="722347"/>
                </a:cubicBezTo>
                <a:lnTo>
                  <a:pt x="2548583" y="747651"/>
                </a:lnTo>
                <a:lnTo>
                  <a:pt x="2548583" y="747778"/>
                </a:lnTo>
                <a:cubicBezTo>
                  <a:pt x="2137367" y="747778"/>
                  <a:pt x="1802870" y="412350"/>
                  <a:pt x="1802870" y="0"/>
                </a:cubicBezTo>
                <a:close/>
                <a:moveTo>
                  <a:pt x="1941642" y="0"/>
                </a:moveTo>
                <a:lnTo>
                  <a:pt x="1966877" y="0"/>
                </a:lnTo>
                <a:cubicBezTo>
                  <a:pt x="1966877" y="321626"/>
                  <a:pt x="2227847" y="583321"/>
                  <a:pt x="2548589" y="583321"/>
                </a:cubicBezTo>
                <a:lnTo>
                  <a:pt x="2548589" y="608622"/>
                </a:lnTo>
                <a:cubicBezTo>
                  <a:pt x="2213831" y="608622"/>
                  <a:pt x="1941642" y="335553"/>
                  <a:pt x="1941642" y="0"/>
                </a:cubicBezTo>
                <a:close/>
                <a:moveTo>
                  <a:pt x="2080281" y="0"/>
                </a:moveTo>
                <a:lnTo>
                  <a:pt x="2105508" y="0"/>
                </a:lnTo>
                <a:cubicBezTo>
                  <a:pt x="2105508" y="244957"/>
                  <a:pt x="2304298" y="444296"/>
                  <a:pt x="2548582" y="444296"/>
                </a:cubicBezTo>
                <a:lnTo>
                  <a:pt x="2548582" y="469597"/>
                </a:lnTo>
                <a:cubicBezTo>
                  <a:pt x="2290409" y="469597"/>
                  <a:pt x="2080281" y="258885"/>
                  <a:pt x="2080281" y="0"/>
                </a:cubicBezTo>
                <a:close/>
                <a:moveTo>
                  <a:pt x="2218926" y="0"/>
                </a:moveTo>
                <a:lnTo>
                  <a:pt x="2244153" y="0"/>
                </a:lnTo>
                <a:cubicBezTo>
                  <a:pt x="2244153" y="168288"/>
                  <a:pt x="2380629" y="305270"/>
                  <a:pt x="2548582" y="305270"/>
                </a:cubicBezTo>
                <a:lnTo>
                  <a:pt x="2548582" y="330570"/>
                </a:lnTo>
                <a:cubicBezTo>
                  <a:pt x="2366866" y="330570"/>
                  <a:pt x="2218926" y="182344"/>
                  <a:pt x="2218926" y="0"/>
                </a:cubicBezTo>
                <a:close/>
              </a:path>
            </a:pathLst>
          </a:custGeom>
          <a:solidFill>
            <a:schemeClr val="bg1"/>
          </a:solidFill>
          <a:ln w="7032" cap="flat">
            <a:noFill/>
            <a:prstDash val="solid"/>
            <a:miter/>
          </a:ln>
        </p:spPr>
        <p:txBody>
          <a:bodyPr rtlCol="0" anchor="ctr">
            <a:noAutofit/>
          </a:bodyPr>
          <a:lstStyle/>
          <a:p>
            <a:endParaRPr lang="en-US" dirty="0"/>
          </a:p>
        </p:txBody>
      </p:sp>
      <p:sp>
        <p:nvSpPr>
          <p:cNvPr id="29" name="Freeform 70">
            <a:extLst>
              <a:ext uri="{FF2B5EF4-FFF2-40B4-BE49-F238E27FC236}">
                <a16:creationId xmlns:a16="http://schemas.microsoft.com/office/drawing/2014/main" id="{AA39EF58-54F1-4AC9-1D83-2E7DEEAAEA6A}"/>
              </a:ext>
              <a:ext uri="{C183D7F6-B498-43B3-948B-1728B52AA6E4}">
                <adec:decorative xmlns:adec="http://schemas.microsoft.com/office/drawing/2017/decorative" val="1"/>
              </a:ext>
            </a:extLst>
          </p:cNvPr>
          <p:cNvSpPr>
            <a:spLocks/>
          </p:cNvSpPr>
          <p:nvPr userDrawn="1"/>
        </p:nvSpPr>
        <p:spPr bwMode="auto">
          <a:xfrm rot="16200000" flipH="1">
            <a:off x="-9389" y="4308466"/>
            <a:ext cx="2550984" cy="2560441"/>
          </a:xfrm>
          <a:custGeom>
            <a:avLst/>
            <a:gdLst>
              <a:gd name="T0" fmla="*/ 0 w 1079"/>
              <a:gd name="T1" fmla="*/ 1083 h 1083"/>
              <a:gd name="T2" fmla="*/ 1079 w 1079"/>
              <a:gd name="T3" fmla="*/ 1083 h 1083"/>
              <a:gd name="T4" fmla="*/ 1079 w 1079"/>
              <a:gd name="T5" fmla="*/ 0 h 1083"/>
              <a:gd name="T6" fmla="*/ 0 w 1079"/>
              <a:gd name="T7" fmla="*/ 1083 h 1083"/>
            </a:gdLst>
            <a:ahLst/>
            <a:cxnLst>
              <a:cxn ang="0">
                <a:pos x="T0" y="T1"/>
              </a:cxn>
              <a:cxn ang="0">
                <a:pos x="T2" y="T3"/>
              </a:cxn>
              <a:cxn ang="0">
                <a:pos x="T4" y="T5"/>
              </a:cxn>
              <a:cxn ang="0">
                <a:pos x="T6" y="T7"/>
              </a:cxn>
            </a:cxnLst>
            <a:rect l="0" t="0" r="r" b="b"/>
            <a:pathLst>
              <a:path w="1079" h="1083">
                <a:moveTo>
                  <a:pt x="0" y="1083"/>
                </a:moveTo>
                <a:lnTo>
                  <a:pt x="1079" y="1083"/>
                </a:lnTo>
                <a:lnTo>
                  <a:pt x="1079" y="0"/>
                </a:lnTo>
                <a:lnTo>
                  <a:pt x="0" y="1083"/>
                </a:lnTo>
                <a:close/>
              </a:path>
            </a:pathLst>
          </a:custGeom>
          <a:solidFill>
            <a:schemeClr val="accent2">
              <a:alpha val="50000"/>
            </a:schemeClr>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31" name="Freeform 70">
            <a:extLst>
              <a:ext uri="{FF2B5EF4-FFF2-40B4-BE49-F238E27FC236}">
                <a16:creationId xmlns:a16="http://schemas.microsoft.com/office/drawing/2014/main" id="{0C320934-59CC-4123-C7C1-FEEE89F3045F}"/>
              </a:ext>
              <a:ext uri="{C183D7F6-B498-43B3-948B-1728B52AA6E4}">
                <adec:decorative xmlns:adec="http://schemas.microsoft.com/office/drawing/2017/decorative" val="1"/>
              </a:ext>
            </a:extLst>
          </p:cNvPr>
          <p:cNvSpPr>
            <a:spLocks/>
          </p:cNvSpPr>
          <p:nvPr userDrawn="1"/>
        </p:nvSpPr>
        <p:spPr bwMode="auto">
          <a:xfrm flipH="1">
            <a:off x="-10617" y="4308466"/>
            <a:ext cx="2550984" cy="2560441"/>
          </a:xfrm>
          <a:custGeom>
            <a:avLst/>
            <a:gdLst>
              <a:gd name="T0" fmla="*/ 0 w 1079"/>
              <a:gd name="T1" fmla="*/ 1083 h 1083"/>
              <a:gd name="T2" fmla="*/ 1079 w 1079"/>
              <a:gd name="T3" fmla="*/ 1083 h 1083"/>
              <a:gd name="T4" fmla="*/ 1079 w 1079"/>
              <a:gd name="T5" fmla="*/ 0 h 1083"/>
              <a:gd name="T6" fmla="*/ 0 w 1079"/>
              <a:gd name="T7" fmla="*/ 1083 h 1083"/>
            </a:gdLst>
            <a:ahLst/>
            <a:cxnLst>
              <a:cxn ang="0">
                <a:pos x="T0" y="T1"/>
              </a:cxn>
              <a:cxn ang="0">
                <a:pos x="T2" y="T3"/>
              </a:cxn>
              <a:cxn ang="0">
                <a:pos x="T4" y="T5"/>
              </a:cxn>
              <a:cxn ang="0">
                <a:pos x="T6" y="T7"/>
              </a:cxn>
            </a:cxnLst>
            <a:rect l="0" t="0" r="r" b="b"/>
            <a:pathLst>
              <a:path w="1079" h="1083">
                <a:moveTo>
                  <a:pt x="0" y="1083"/>
                </a:moveTo>
                <a:lnTo>
                  <a:pt x="1079" y="1083"/>
                </a:lnTo>
                <a:lnTo>
                  <a:pt x="1079" y="0"/>
                </a:lnTo>
                <a:lnTo>
                  <a:pt x="0" y="1083"/>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33" name="Image 4">
            <a:extLst>
              <a:ext uri="{FF2B5EF4-FFF2-40B4-BE49-F238E27FC236}">
                <a16:creationId xmlns:a16="http://schemas.microsoft.com/office/drawing/2014/main" id="{EC46DC71-C12A-96C8-3FE2-AA95AB58B349}"/>
              </a:ext>
              <a:ext uri="{C183D7F6-B498-43B3-948B-1728B52AA6E4}">
                <adec:decorative xmlns:adec="http://schemas.microsoft.com/office/drawing/2017/decorative" val="1"/>
              </a:ext>
            </a:extLst>
          </p:cNvPr>
          <p:cNvSpPr/>
          <p:nvPr/>
        </p:nvSpPr>
        <p:spPr>
          <a:xfrm>
            <a:off x="2543868" y="0"/>
            <a:ext cx="2560340" cy="2560340"/>
          </a:xfrm>
          <a:custGeom>
            <a:avLst/>
            <a:gdLst>
              <a:gd name="connsiteX0" fmla="*/ 0 w 2560340"/>
              <a:gd name="connsiteY0" fmla="*/ 2560340 h 2560340"/>
              <a:gd name="connsiteX1" fmla="*/ 2560340 w 2560340"/>
              <a:gd name="connsiteY1" fmla="*/ 0 h 2560340"/>
              <a:gd name="connsiteX2" fmla="*/ 0 w 2560340"/>
              <a:gd name="connsiteY2" fmla="*/ 0 h 2560340"/>
              <a:gd name="connsiteX3" fmla="*/ 0 w 2560340"/>
              <a:gd name="connsiteY3" fmla="*/ 2560340 h 2560340"/>
            </a:gdLst>
            <a:ahLst/>
            <a:cxnLst>
              <a:cxn ang="0">
                <a:pos x="connsiteX0" y="connsiteY0"/>
              </a:cxn>
              <a:cxn ang="0">
                <a:pos x="connsiteX1" y="connsiteY1"/>
              </a:cxn>
              <a:cxn ang="0">
                <a:pos x="connsiteX2" y="connsiteY2"/>
              </a:cxn>
              <a:cxn ang="0">
                <a:pos x="connsiteX3" y="connsiteY3"/>
              </a:cxn>
            </a:cxnLst>
            <a:rect l="l" t="t" r="r" b="b"/>
            <a:pathLst>
              <a:path w="2560340" h="2560340">
                <a:moveTo>
                  <a:pt x="0" y="2560340"/>
                </a:moveTo>
                <a:cubicBezTo>
                  <a:pt x="1414079" y="2560340"/>
                  <a:pt x="2560340" y="1414079"/>
                  <a:pt x="2560340" y="0"/>
                </a:cubicBezTo>
                <a:lnTo>
                  <a:pt x="0" y="0"/>
                </a:lnTo>
                <a:lnTo>
                  <a:pt x="0" y="2560340"/>
                </a:lnTo>
                <a:close/>
              </a:path>
            </a:pathLst>
          </a:custGeom>
          <a:solidFill>
            <a:schemeClr val="accent3">
              <a:lumMod val="40000"/>
              <a:lumOff val="60000"/>
              <a:alpha val="50000"/>
            </a:schemeClr>
          </a:solidFill>
          <a:ln w="7052" cap="flat">
            <a:noFill/>
            <a:prstDash val="solid"/>
            <a:miter/>
          </a:ln>
        </p:spPr>
        <p:txBody>
          <a:bodyPr rtlCol="0" anchor="ctr">
            <a:noAutofit/>
          </a:bodyPr>
          <a:lstStyle/>
          <a:p>
            <a:endParaRPr lang="en-US" dirty="0"/>
          </a:p>
        </p:txBody>
      </p:sp>
      <p:sp>
        <p:nvSpPr>
          <p:cNvPr id="2" name="Title 1"/>
          <p:cNvSpPr>
            <a:spLocks noGrp="1"/>
          </p:cNvSpPr>
          <p:nvPr>
            <p:ph type="title" hasCustomPrompt="1"/>
          </p:nvPr>
        </p:nvSpPr>
        <p:spPr>
          <a:xfrm>
            <a:off x="3460565" y="1057274"/>
            <a:ext cx="7965461" cy="994164"/>
          </a:xfrm>
        </p:spPr>
        <p:txBody>
          <a:bodyPr lIns="91440" tIns="0" rIns="91440" bIns="0" anchor="b" anchorCtr="0">
            <a:noAutofit/>
          </a:bodyPr>
          <a:lstStyle>
            <a:lvl1pPr algn="l">
              <a:lnSpc>
                <a:spcPct val="100000"/>
              </a:lnSpc>
              <a:defRPr sz="3600" b="1">
                <a:latin typeface="+mj-lt"/>
                <a:cs typeface="Arial" panose="020B0604020202020204" pitchFamily="34" charset="0"/>
              </a:defRPr>
            </a:lvl1pPr>
          </a:lstStyle>
          <a:p>
            <a:r>
              <a:rPr lang="en-US" dirty="0"/>
              <a:t>Click to add title</a:t>
            </a:r>
          </a:p>
        </p:txBody>
      </p:sp>
      <p:sp>
        <p:nvSpPr>
          <p:cNvPr id="13" name="Content Placeholder 3">
            <a:extLst>
              <a:ext uri="{FF2B5EF4-FFF2-40B4-BE49-F238E27FC236}">
                <a16:creationId xmlns:a16="http://schemas.microsoft.com/office/drawing/2014/main" id="{B20F5EA7-881C-8FB7-EAC9-89C8F2E5865C}"/>
              </a:ext>
            </a:extLst>
          </p:cNvPr>
          <p:cNvSpPr>
            <a:spLocks noGrp="1"/>
          </p:cNvSpPr>
          <p:nvPr>
            <p:ph sz="half" idx="2" hasCustomPrompt="1"/>
          </p:nvPr>
        </p:nvSpPr>
        <p:spPr>
          <a:xfrm>
            <a:off x="3460565" y="2303029"/>
            <a:ext cx="7965460" cy="3497698"/>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Slide Number Placeholder 2">
            <a:extLst>
              <a:ext uri="{FF2B5EF4-FFF2-40B4-BE49-F238E27FC236}">
                <a16:creationId xmlns:a16="http://schemas.microsoft.com/office/drawing/2014/main" id="{ED7A50D8-0839-EC58-FFBE-315A20995799}"/>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5528509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Comparison 1">
    <p:spTree>
      <p:nvGrpSpPr>
        <p:cNvPr id="1" name=""/>
        <p:cNvGrpSpPr/>
        <p:nvPr/>
      </p:nvGrpSpPr>
      <p:grpSpPr>
        <a:xfrm>
          <a:off x="0" y="0"/>
          <a:ext cx="0" cy="0"/>
          <a:chOff x="0" y="0"/>
          <a:chExt cx="0" cy="0"/>
        </a:xfrm>
      </p:grpSpPr>
      <p:sp>
        <p:nvSpPr>
          <p:cNvPr id="20" name="Title 19">
            <a:extLst>
              <a:ext uri="{FF2B5EF4-FFF2-40B4-BE49-F238E27FC236}">
                <a16:creationId xmlns:a16="http://schemas.microsoft.com/office/drawing/2014/main" id="{C26B5661-F583-FA44-8353-161B862E69B1}"/>
              </a:ext>
            </a:extLst>
          </p:cNvPr>
          <p:cNvSpPr>
            <a:spLocks noGrp="1"/>
          </p:cNvSpPr>
          <p:nvPr>
            <p:ph type="title" hasCustomPrompt="1"/>
          </p:nvPr>
        </p:nvSpPr>
        <p:spPr>
          <a:xfrm>
            <a:off x="4364809" y="1057274"/>
            <a:ext cx="7043617" cy="2520217"/>
          </a:xfrm>
        </p:spPr>
        <p:txBody>
          <a:bodyPr tIns="0" bIns="0">
            <a:noAutofit/>
          </a:bodyPr>
          <a:lstStyle>
            <a:lvl1pPr algn="l">
              <a:lnSpc>
                <a:spcPct val="100000"/>
              </a:lnSpc>
              <a:defRPr sz="3600"/>
            </a:lvl1pPr>
          </a:lstStyle>
          <a:p>
            <a:r>
              <a:rPr lang="en-US" dirty="0"/>
              <a:t>Click to add title</a:t>
            </a:r>
          </a:p>
        </p:txBody>
      </p:sp>
      <p:sp>
        <p:nvSpPr>
          <p:cNvPr id="11" name="Image 0">
            <a:extLst>
              <a:ext uri="{FF2B5EF4-FFF2-40B4-BE49-F238E27FC236}">
                <a16:creationId xmlns:a16="http://schemas.microsoft.com/office/drawing/2014/main" id="{CD2D664E-6702-6607-A37E-2E996144917C}"/>
              </a:ext>
              <a:ext uri="{C183D7F6-B498-43B3-948B-1728B52AA6E4}">
                <adec:decorative xmlns:adec="http://schemas.microsoft.com/office/drawing/2017/decorative" val="1"/>
              </a:ext>
            </a:extLst>
          </p:cNvPr>
          <p:cNvSpPr/>
          <p:nvPr userDrawn="1"/>
        </p:nvSpPr>
        <p:spPr>
          <a:xfrm>
            <a:off x="-5568" y="-2784"/>
            <a:ext cx="3443288" cy="6891337"/>
          </a:xfrm>
          <a:custGeom>
            <a:avLst/>
            <a:gdLst>
              <a:gd name="connsiteX0" fmla="*/ 3443288 w 3443288"/>
              <a:gd name="connsiteY0" fmla="*/ 0 h 6891337"/>
              <a:gd name="connsiteX1" fmla="*/ 0 w 3443288"/>
              <a:gd name="connsiteY1" fmla="*/ 0 h 6891337"/>
              <a:gd name="connsiteX2" fmla="*/ 0 w 3443288"/>
              <a:gd name="connsiteY2" fmla="*/ 6891338 h 6891337"/>
              <a:gd name="connsiteX3" fmla="*/ 3443288 w 3443288"/>
              <a:gd name="connsiteY3" fmla="*/ 6891338 h 6891337"/>
              <a:gd name="connsiteX4" fmla="*/ 3443288 w 3443288"/>
              <a:gd name="connsiteY4" fmla="*/ 0 h 68913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6891337">
                <a:moveTo>
                  <a:pt x="3443288" y="0"/>
                </a:moveTo>
                <a:lnTo>
                  <a:pt x="0" y="0"/>
                </a:lnTo>
                <a:lnTo>
                  <a:pt x="0" y="6891338"/>
                </a:lnTo>
                <a:lnTo>
                  <a:pt x="3443288" y="6891338"/>
                </a:lnTo>
                <a:lnTo>
                  <a:pt x="3443288" y="0"/>
                </a:lnTo>
                <a:close/>
              </a:path>
            </a:pathLst>
          </a:custGeom>
          <a:solidFill>
            <a:schemeClr val="accent3"/>
          </a:solidFill>
          <a:ln w="4756" cap="flat">
            <a:noFill/>
            <a:prstDash val="solid"/>
            <a:miter/>
          </a:ln>
        </p:spPr>
        <p:txBody>
          <a:bodyPr rtlCol="0" anchor="ctr">
            <a:noAutofit/>
          </a:bodyPr>
          <a:lstStyle/>
          <a:p>
            <a:endParaRPr lang="en-US" dirty="0"/>
          </a:p>
        </p:txBody>
      </p:sp>
      <p:pic>
        <p:nvPicPr>
          <p:cNvPr id="13" name="Image 1">
            <a:extLst>
              <a:ext uri="{FF2B5EF4-FFF2-40B4-BE49-F238E27FC236}">
                <a16:creationId xmlns:a16="http://schemas.microsoft.com/office/drawing/2014/main" id="{951C5737-DF7E-D671-AC74-9E488335BCA2}"/>
              </a:ext>
              <a:ext uri="{C183D7F6-B498-43B3-948B-1728B52AA6E4}">
                <adec:decorative xmlns:adec="http://schemas.microsoft.com/office/drawing/2017/decorative" val="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p:blipFill>
        <p:spPr>
          <a:xfrm>
            <a:off x="1703311" y="-2784"/>
            <a:ext cx="1734410" cy="5167313"/>
          </a:xfrm>
          <a:prstGeom prst="rect">
            <a:avLst/>
          </a:prstGeom>
        </p:spPr>
      </p:pic>
      <p:sp>
        <p:nvSpPr>
          <p:cNvPr id="39" name="Freeform: Shape 38">
            <a:extLst>
              <a:ext uri="{FF2B5EF4-FFF2-40B4-BE49-F238E27FC236}">
                <a16:creationId xmlns:a16="http://schemas.microsoft.com/office/drawing/2014/main" id="{F232A1E1-DD38-15EA-6CA1-A84950EC43F0}"/>
              </a:ext>
              <a:ext uri="{C183D7F6-B498-43B3-948B-1728B52AA6E4}">
                <adec:decorative xmlns:adec="http://schemas.microsoft.com/office/drawing/2017/decorative" val="1"/>
              </a:ext>
            </a:extLst>
          </p:cNvPr>
          <p:cNvSpPr/>
          <p:nvPr/>
        </p:nvSpPr>
        <p:spPr>
          <a:xfrm>
            <a:off x="1721621" y="-2784"/>
            <a:ext cx="1716115" cy="1720853"/>
          </a:xfrm>
          <a:custGeom>
            <a:avLst/>
            <a:gdLst>
              <a:gd name="connsiteX0" fmla="*/ 93358 w 1716115"/>
              <a:gd name="connsiteY0" fmla="*/ 0 h 1720853"/>
              <a:gd name="connsiteX1" fmla="*/ 110348 w 1716115"/>
              <a:gd name="connsiteY1" fmla="*/ 0 h 1720853"/>
              <a:gd name="connsiteX2" fmla="*/ 1716029 w 1716115"/>
              <a:gd name="connsiteY2" fmla="*/ 1610112 h 1720853"/>
              <a:gd name="connsiteX3" fmla="*/ 1716029 w 1716115"/>
              <a:gd name="connsiteY3" fmla="*/ 1627151 h 1720853"/>
              <a:gd name="connsiteX4" fmla="*/ 1716115 w 1716115"/>
              <a:gd name="connsiteY4" fmla="*/ 1627237 h 1720853"/>
              <a:gd name="connsiteX5" fmla="*/ 93358 w 1716115"/>
              <a:gd name="connsiteY5" fmla="*/ 0 h 1720853"/>
              <a:gd name="connsiteX6" fmla="*/ 0 w 1716115"/>
              <a:gd name="connsiteY6" fmla="*/ 0 h 1720853"/>
              <a:gd name="connsiteX7" fmla="*/ 16989 w 1716115"/>
              <a:gd name="connsiteY7" fmla="*/ 0 h 1720853"/>
              <a:gd name="connsiteX8" fmla="*/ 1716114 w 1716115"/>
              <a:gd name="connsiteY8" fmla="*/ 1703814 h 1720853"/>
              <a:gd name="connsiteX9" fmla="*/ 1716114 w 1716115"/>
              <a:gd name="connsiteY9" fmla="*/ 1720853 h 1720853"/>
              <a:gd name="connsiteX10" fmla="*/ 0 w 1716115"/>
              <a:gd name="connsiteY10" fmla="*/ 0 h 1720853"/>
              <a:gd name="connsiteX11" fmla="*/ 186798 w 1716115"/>
              <a:gd name="connsiteY11" fmla="*/ 0 h 1720853"/>
              <a:gd name="connsiteX12" fmla="*/ 203788 w 1716115"/>
              <a:gd name="connsiteY12" fmla="*/ 0 h 1720853"/>
              <a:gd name="connsiteX13" fmla="*/ 1716109 w 1716115"/>
              <a:gd name="connsiteY13" fmla="*/ 1516501 h 1720853"/>
              <a:gd name="connsiteX14" fmla="*/ 1716109 w 1716115"/>
              <a:gd name="connsiteY14" fmla="*/ 1533535 h 1720853"/>
              <a:gd name="connsiteX15" fmla="*/ 186798 w 1716115"/>
              <a:gd name="connsiteY15" fmla="*/ 0 h 1720853"/>
              <a:gd name="connsiteX16" fmla="*/ 280155 w 1716115"/>
              <a:gd name="connsiteY16" fmla="*/ 0 h 1720853"/>
              <a:gd name="connsiteX17" fmla="*/ 297145 w 1716115"/>
              <a:gd name="connsiteY17" fmla="*/ 0 h 1720853"/>
              <a:gd name="connsiteX18" fmla="*/ 1716114 w 1716115"/>
              <a:gd name="connsiteY18" fmla="*/ 1422885 h 1720853"/>
              <a:gd name="connsiteX19" fmla="*/ 1716114 w 1716115"/>
              <a:gd name="connsiteY19" fmla="*/ 1439924 h 1720853"/>
              <a:gd name="connsiteX20" fmla="*/ 280155 w 1716115"/>
              <a:gd name="connsiteY20" fmla="*/ 0 h 1720853"/>
              <a:gd name="connsiteX21" fmla="*/ 373512 w 1716115"/>
              <a:gd name="connsiteY21" fmla="*/ 0 h 1720853"/>
              <a:gd name="connsiteX22" fmla="*/ 390502 w 1716115"/>
              <a:gd name="connsiteY22" fmla="*/ 0 h 1720853"/>
              <a:gd name="connsiteX23" fmla="*/ 1716029 w 1716115"/>
              <a:gd name="connsiteY23" fmla="*/ 1329184 h 1720853"/>
              <a:gd name="connsiteX24" fmla="*/ 1716029 w 1716115"/>
              <a:gd name="connsiteY24" fmla="*/ 1346223 h 1720853"/>
              <a:gd name="connsiteX25" fmla="*/ 1716114 w 1716115"/>
              <a:gd name="connsiteY25" fmla="*/ 1346308 h 1720853"/>
              <a:gd name="connsiteX26" fmla="*/ 373512 w 1716115"/>
              <a:gd name="connsiteY26" fmla="*/ 0 h 1720853"/>
              <a:gd name="connsiteX27" fmla="*/ 466953 w 1716115"/>
              <a:gd name="connsiteY27" fmla="*/ 0 h 1720853"/>
              <a:gd name="connsiteX28" fmla="*/ 483944 w 1716115"/>
              <a:gd name="connsiteY28" fmla="*/ 0 h 1720853"/>
              <a:gd name="connsiteX29" fmla="*/ 1716110 w 1716115"/>
              <a:gd name="connsiteY29" fmla="*/ 1235573 h 1720853"/>
              <a:gd name="connsiteX30" fmla="*/ 1716110 w 1716115"/>
              <a:gd name="connsiteY30" fmla="*/ 1252607 h 1720853"/>
              <a:gd name="connsiteX31" fmla="*/ 466953 w 1716115"/>
              <a:gd name="connsiteY31" fmla="*/ 0 h 1720853"/>
              <a:gd name="connsiteX32" fmla="*/ 560310 w 1716115"/>
              <a:gd name="connsiteY32" fmla="*/ 0 h 1720853"/>
              <a:gd name="connsiteX33" fmla="*/ 577297 w 1716115"/>
              <a:gd name="connsiteY33" fmla="*/ 0 h 1720853"/>
              <a:gd name="connsiteX34" fmla="*/ 1716109 w 1716115"/>
              <a:gd name="connsiteY34" fmla="*/ 1141957 h 1720853"/>
              <a:gd name="connsiteX35" fmla="*/ 1716109 w 1716115"/>
              <a:gd name="connsiteY35" fmla="*/ 1158991 h 1720853"/>
              <a:gd name="connsiteX36" fmla="*/ 560310 w 1716115"/>
              <a:gd name="connsiteY36" fmla="*/ 0 h 1720853"/>
              <a:gd name="connsiteX37" fmla="*/ 653668 w 1716115"/>
              <a:gd name="connsiteY37" fmla="*/ 0 h 1720853"/>
              <a:gd name="connsiteX38" fmla="*/ 670655 w 1716115"/>
              <a:gd name="connsiteY38" fmla="*/ 0 h 1720853"/>
              <a:gd name="connsiteX39" fmla="*/ 1716029 w 1716115"/>
              <a:gd name="connsiteY39" fmla="*/ 1048255 h 1720853"/>
              <a:gd name="connsiteX40" fmla="*/ 1716029 w 1716115"/>
              <a:gd name="connsiteY40" fmla="*/ 1065294 h 1720853"/>
              <a:gd name="connsiteX41" fmla="*/ 1716114 w 1716115"/>
              <a:gd name="connsiteY41" fmla="*/ 1065380 h 1720853"/>
              <a:gd name="connsiteX42" fmla="*/ 653668 w 1716115"/>
              <a:gd name="connsiteY42" fmla="*/ 0 h 1720853"/>
              <a:gd name="connsiteX43" fmla="*/ 747112 w 1716115"/>
              <a:gd name="connsiteY43" fmla="*/ 0 h 1720853"/>
              <a:gd name="connsiteX44" fmla="*/ 764104 w 1716115"/>
              <a:gd name="connsiteY44" fmla="*/ 0 h 1720853"/>
              <a:gd name="connsiteX45" fmla="*/ 1716115 w 1716115"/>
              <a:gd name="connsiteY45" fmla="*/ 954644 h 1720853"/>
              <a:gd name="connsiteX46" fmla="*/ 1716115 w 1716115"/>
              <a:gd name="connsiteY46" fmla="*/ 971678 h 1720853"/>
              <a:gd name="connsiteX47" fmla="*/ 747112 w 1716115"/>
              <a:gd name="connsiteY47" fmla="*/ 0 h 1720853"/>
              <a:gd name="connsiteX48" fmla="*/ 840465 w 1716115"/>
              <a:gd name="connsiteY48" fmla="*/ 0 h 1720853"/>
              <a:gd name="connsiteX49" fmla="*/ 857452 w 1716115"/>
              <a:gd name="connsiteY49" fmla="*/ 0 h 1720853"/>
              <a:gd name="connsiteX50" fmla="*/ 1716109 w 1716115"/>
              <a:gd name="connsiteY50" fmla="*/ 861028 h 1720853"/>
              <a:gd name="connsiteX51" fmla="*/ 1716109 w 1716115"/>
              <a:gd name="connsiteY51" fmla="*/ 878062 h 1720853"/>
              <a:gd name="connsiteX52" fmla="*/ 840465 w 1716115"/>
              <a:gd name="connsiteY52" fmla="*/ 0 h 1720853"/>
              <a:gd name="connsiteX53" fmla="*/ 933823 w 1716115"/>
              <a:gd name="connsiteY53" fmla="*/ 0 h 1720853"/>
              <a:gd name="connsiteX54" fmla="*/ 950810 w 1716115"/>
              <a:gd name="connsiteY54" fmla="*/ 0 h 1720853"/>
              <a:gd name="connsiteX55" fmla="*/ 1716114 w 1716115"/>
              <a:gd name="connsiteY55" fmla="*/ 767327 h 1720853"/>
              <a:gd name="connsiteX56" fmla="*/ 1716114 w 1716115"/>
              <a:gd name="connsiteY56" fmla="*/ 784366 h 1720853"/>
              <a:gd name="connsiteX57" fmla="*/ 1716114 w 1716115"/>
              <a:gd name="connsiteY57" fmla="*/ 784451 h 1720853"/>
              <a:gd name="connsiteX58" fmla="*/ 933823 w 1716115"/>
              <a:gd name="connsiteY58" fmla="*/ 0 h 1720853"/>
              <a:gd name="connsiteX59" fmla="*/ 1027262 w 1716115"/>
              <a:gd name="connsiteY59" fmla="*/ 0 h 1720853"/>
              <a:gd name="connsiteX60" fmla="*/ 1044254 w 1716115"/>
              <a:gd name="connsiteY60" fmla="*/ 0 h 1720853"/>
              <a:gd name="connsiteX61" fmla="*/ 1716110 w 1716115"/>
              <a:gd name="connsiteY61" fmla="*/ 673716 h 1720853"/>
              <a:gd name="connsiteX62" fmla="*/ 1716110 w 1716115"/>
              <a:gd name="connsiteY62" fmla="*/ 690750 h 1720853"/>
              <a:gd name="connsiteX63" fmla="*/ 1027262 w 1716115"/>
              <a:gd name="connsiteY63" fmla="*/ 0 h 1720853"/>
              <a:gd name="connsiteX64" fmla="*/ 1120625 w 1716115"/>
              <a:gd name="connsiteY64" fmla="*/ 0 h 1720853"/>
              <a:gd name="connsiteX65" fmla="*/ 1137612 w 1716115"/>
              <a:gd name="connsiteY65" fmla="*/ 0 h 1720853"/>
              <a:gd name="connsiteX66" fmla="*/ 1716115 w 1716115"/>
              <a:gd name="connsiteY66" fmla="*/ 580100 h 1720853"/>
              <a:gd name="connsiteX67" fmla="*/ 1716115 w 1716115"/>
              <a:gd name="connsiteY67" fmla="*/ 597134 h 1720853"/>
              <a:gd name="connsiteX68" fmla="*/ 1120625 w 1716115"/>
              <a:gd name="connsiteY68" fmla="*/ 0 h 1720853"/>
              <a:gd name="connsiteX69" fmla="*/ 1213978 w 1716115"/>
              <a:gd name="connsiteY69" fmla="*/ 0 h 1720853"/>
              <a:gd name="connsiteX70" fmla="*/ 1230965 w 1716115"/>
              <a:gd name="connsiteY70" fmla="*/ 0 h 1720853"/>
              <a:gd name="connsiteX71" fmla="*/ 1716109 w 1716115"/>
              <a:gd name="connsiteY71" fmla="*/ 486398 h 1720853"/>
              <a:gd name="connsiteX72" fmla="*/ 1716109 w 1716115"/>
              <a:gd name="connsiteY72" fmla="*/ 503437 h 1720853"/>
              <a:gd name="connsiteX73" fmla="*/ 1716109 w 1716115"/>
              <a:gd name="connsiteY73" fmla="*/ 503523 h 1720853"/>
              <a:gd name="connsiteX74" fmla="*/ 1213978 w 1716115"/>
              <a:gd name="connsiteY74" fmla="*/ 0 h 1720853"/>
              <a:gd name="connsiteX75" fmla="*/ 1307422 w 1716115"/>
              <a:gd name="connsiteY75" fmla="*/ 0 h 1720853"/>
              <a:gd name="connsiteX76" fmla="*/ 1324414 w 1716115"/>
              <a:gd name="connsiteY76" fmla="*/ 0 h 1720853"/>
              <a:gd name="connsiteX77" fmla="*/ 1716115 w 1716115"/>
              <a:gd name="connsiteY77" fmla="*/ 392784 h 1720853"/>
              <a:gd name="connsiteX78" fmla="*/ 1716115 w 1716115"/>
              <a:gd name="connsiteY78" fmla="*/ 409821 h 1720853"/>
              <a:gd name="connsiteX79" fmla="*/ 1307422 w 1716115"/>
              <a:gd name="connsiteY79" fmla="*/ 0 h 1720853"/>
              <a:gd name="connsiteX80" fmla="*/ 1400775 w 1716115"/>
              <a:gd name="connsiteY80" fmla="*/ 0 h 1720853"/>
              <a:gd name="connsiteX81" fmla="*/ 1417762 w 1716115"/>
              <a:gd name="connsiteY81" fmla="*/ 0 h 1720853"/>
              <a:gd name="connsiteX82" fmla="*/ 1716109 w 1716115"/>
              <a:gd name="connsiteY82" fmla="*/ 299170 h 1720853"/>
              <a:gd name="connsiteX83" fmla="*/ 1716109 w 1716115"/>
              <a:gd name="connsiteY83" fmla="*/ 316207 h 1720853"/>
              <a:gd name="connsiteX84" fmla="*/ 1400775 w 1716115"/>
              <a:gd name="connsiteY84" fmla="*/ 0 h 1720853"/>
              <a:gd name="connsiteX85" fmla="*/ 1494133 w 1716115"/>
              <a:gd name="connsiteY85" fmla="*/ 0 h 1720853"/>
              <a:gd name="connsiteX86" fmla="*/ 1511120 w 1716115"/>
              <a:gd name="connsiteY86" fmla="*/ 0 h 1720853"/>
              <a:gd name="connsiteX87" fmla="*/ 1716109 w 1716115"/>
              <a:gd name="connsiteY87" fmla="*/ 205556 h 1720853"/>
              <a:gd name="connsiteX88" fmla="*/ 1716109 w 1716115"/>
              <a:gd name="connsiteY88" fmla="*/ 222592 h 1720853"/>
              <a:gd name="connsiteX89" fmla="*/ 1494133 w 1716115"/>
              <a:gd name="connsiteY89" fmla="*/ 0 h 1720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1716115" h="1720853">
                <a:moveTo>
                  <a:pt x="93358" y="0"/>
                </a:moveTo>
                <a:lnTo>
                  <a:pt x="110348" y="0"/>
                </a:lnTo>
                <a:cubicBezTo>
                  <a:pt x="110348" y="887874"/>
                  <a:pt x="830686" y="1610112"/>
                  <a:pt x="1716029" y="1610112"/>
                </a:cubicBezTo>
                <a:lnTo>
                  <a:pt x="1716029" y="1627151"/>
                </a:lnTo>
                <a:lnTo>
                  <a:pt x="1716115" y="1627237"/>
                </a:lnTo>
                <a:cubicBezTo>
                  <a:pt x="821334" y="1627237"/>
                  <a:pt x="93358" y="897252"/>
                  <a:pt x="93358" y="0"/>
                </a:cubicBezTo>
                <a:close/>
                <a:moveTo>
                  <a:pt x="0" y="0"/>
                </a:moveTo>
                <a:lnTo>
                  <a:pt x="16989" y="0"/>
                </a:lnTo>
                <a:cubicBezTo>
                  <a:pt x="16989" y="939499"/>
                  <a:pt x="779202" y="1703814"/>
                  <a:pt x="1716114" y="1703814"/>
                </a:cubicBezTo>
                <a:lnTo>
                  <a:pt x="1716114" y="1720853"/>
                </a:lnTo>
                <a:cubicBezTo>
                  <a:pt x="769850" y="1720853"/>
                  <a:pt x="0" y="948877"/>
                  <a:pt x="0" y="0"/>
                </a:cubicBezTo>
                <a:close/>
                <a:moveTo>
                  <a:pt x="186798" y="0"/>
                </a:moveTo>
                <a:lnTo>
                  <a:pt x="203788" y="0"/>
                </a:lnTo>
                <a:cubicBezTo>
                  <a:pt x="203788" y="836248"/>
                  <a:pt x="882254" y="1516501"/>
                  <a:pt x="1716109" y="1516501"/>
                </a:cubicBezTo>
                <a:lnTo>
                  <a:pt x="1716109" y="1533535"/>
                </a:lnTo>
                <a:cubicBezTo>
                  <a:pt x="872812" y="1533535"/>
                  <a:pt x="186798" y="845626"/>
                  <a:pt x="186798" y="0"/>
                </a:cubicBezTo>
                <a:close/>
                <a:moveTo>
                  <a:pt x="280155" y="0"/>
                </a:moveTo>
                <a:lnTo>
                  <a:pt x="297145" y="0"/>
                </a:lnTo>
                <a:cubicBezTo>
                  <a:pt x="297145" y="784537"/>
                  <a:pt x="933652" y="1422885"/>
                  <a:pt x="1716114" y="1422885"/>
                </a:cubicBezTo>
                <a:lnTo>
                  <a:pt x="1716114" y="1439924"/>
                </a:lnTo>
                <a:cubicBezTo>
                  <a:pt x="924300" y="1439924"/>
                  <a:pt x="280155" y="794001"/>
                  <a:pt x="280155" y="0"/>
                </a:cubicBezTo>
                <a:close/>
                <a:moveTo>
                  <a:pt x="373512" y="0"/>
                </a:moveTo>
                <a:lnTo>
                  <a:pt x="390502" y="0"/>
                </a:lnTo>
                <a:cubicBezTo>
                  <a:pt x="390502" y="732911"/>
                  <a:pt x="985135" y="1329184"/>
                  <a:pt x="1716029" y="1329184"/>
                </a:cubicBezTo>
                <a:lnTo>
                  <a:pt x="1716029" y="1346223"/>
                </a:lnTo>
                <a:lnTo>
                  <a:pt x="1716114" y="1346308"/>
                </a:lnTo>
                <a:cubicBezTo>
                  <a:pt x="975783" y="1346308"/>
                  <a:pt x="373512" y="742375"/>
                  <a:pt x="373512" y="0"/>
                </a:cubicBezTo>
                <a:close/>
                <a:moveTo>
                  <a:pt x="466953" y="0"/>
                </a:moveTo>
                <a:lnTo>
                  <a:pt x="483944" y="0"/>
                </a:lnTo>
                <a:cubicBezTo>
                  <a:pt x="483944" y="681286"/>
                  <a:pt x="1036704" y="1235573"/>
                  <a:pt x="1716110" y="1235573"/>
                </a:cubicBezTo>
                <a:lnTo>
                  <a:pt x="1716110" y="1252607"/>
                </a:lnTo>
                <a:cubicBezTo>
                  <a:pt x="1027347" y="1252607"/>
                  <a:pt x="466953" y="690664"/>
                  <a:pt x="466953" y="0"/>
                </a:cubicBezTo>
                <a:close/>
                <a:moveTo>
                  <a:pt x="560310" y="0"/>
                </a:moveTo>
                <a:lnTo>
                  <a:pt x="577297" y="0"/>
                </a:lnTo>
                <a:cubicBezTo>
                  <a:pt x="577297" y="629660"/>
                  <a:pt x="1088188" y="1141957"/>
                  <a:pt x="1716109" y="1141957"/>
                </a:cubicBezTo>
                <a:lnTo>
                  <a:pt x="1716109" y="1158991"/>
                </a:lnTo>
                <a:cubicBezTo>
                  <a:pt x="1078835" y="1158991"/>
                  <a:pt x="560310" y="639038"/>
                  <a:pt x="560310" y="0"/>
                </a:cubicBezTo>
                <a:close/>
                <a:moveTo>
                  <a:pt x="653668" y="0"/>
                </a:moveTo>
                <a:lnTo>
                  <a:pt x="670655" y="0"/>
                </a:lnTo>
                <a:cubicBezTo>
                  <a:pt x="670655" y="578035"/>
                  <a:pt x="1139586" y="1048255"/>
                  <a:pt x="1716029" y="1048255"/>
                </a:cubicBezTo>
                <a:lnTo>
                  <a:pt x="1716029" y="1065294"/>
                </a:lnTo>
                <a:lnTo>
                  <a:pt x="1716114" y="1065380"/>
                </a:lnTo>
                <a:cubicBezTo>
                  <a:pt x="1130319" y="1065380"/>
                  <a:pt x="653668" y="587499"/>
                  <a:pt x="653668" y="0"/>
                </a:cubicBezTo>
                <a:close/>
                <a:moveTo>
                  <a:pt x="747112" y="0"/>
                </a:moveTo>
                <a:lnTo>
                  <a:pt x="764104" y="0"/>
                </a:lnTo>
                <a:cubicBezTo>
                  <a:pt x="764104" y="526409"/>
                  <a:pt x="1191155" y="954644"/>
                  <a:pt x="1716115" y="954644"/>
                </a:cubicBezTo>
                <a:lnTo>
                  <a:pt x="1716115" y="971678"/>
                </a:lnTo>
                <a:cubicBezTo>
                  <a:pt x="1181802" y="971678"/>
                  <a:pt x="747112" y="535787"/>
                  <a:pt x="747112" y="0"/>
                </a:cubicBezTo>
                <a:close/>
                <a:moveTo>
                  <a:pt x="840465" y="0"/>
                </a:moveTo>
                <a:lnTo>
                  <a:pt x="857452" y="0"/>
                </a:lnTo>
                <a:cubicBezTo>
                  <a:pt x="857452" y="474783"/>
                  <a:pt x="1242638" y="861028"/>
                  <a:pt x="1716109" y="861028"/>
                </a:cubicBezTo>
                <a:lnTo>
                  <a:pt x="1716109" y="878062"/>
                </a:lnTo>
                <a:cubicBezTo>
                  <a:pt x="1233281" y="878062"/>
                  <a:pt x="840465" y="484162"/>
                  <a:pt x="840465" y="0"/>
                </a:cubicBezTo>
                <a:close/>
                <a:moveTo>
                  <a:pt x="933823" y="0"/>
                </a:moveTo>
                <a:lnTo>
                  <a:pt x="950810" y="0"/>
                </a:lnTo>
                <a:cubicBezTo>
                  <a:pt x="950810" y="423157"/>
                  <a:pt x="1294121" y="767327"/>
                  <a:pt x="1716114" y="767327"/>
                </a:cubicBezTo>
                <a:lnTo>
                  <a:pt x="1716114" y="784366"/>
                </a:lnTo>
                <a:lnTo>
                  <a:pt x="1716114" y="784451"/>
                </a:lnTo>
                <a:cubicBezTo>
                  <a:pt x="1284769" y="784451"/>
                  <a:pt x="933823" y="432536"/>
                  <a:pt x="933823" y="0"/>
                </a:cubicBezTo>
                <a:close/>
                <a:moveTo>
                  <a:pt x="1027262" y="0"/>
                </a:moveTo>
                <a:lnTo>
                  <a:pt x="1044254" y="0"/>
                </a:lnTo>
                <a:cubicBezTo>
                  <a:pt x="1044254" y="371532"/>
                  <a:pt x="1345685" y="673716"/>
                  <a:pt x="1716110" y="673716"/>
                </a:cubicBezTo>
                <a:lnTo>
                  <a:pt x="1716110" y="690750"/>
                </a:lnTo>
                <a:cubicBezTo>
                  <a:pt x="1336248" y="690750"/>
                  <a:pt x="1027262" y="380824"/>
                  <a:pt x="1027262" y="0"/>
                </a:cubicBezTo>
                <a:close/>
                <a:moveTo>
                  <a:pt x="1120625" y="0"/>
                </a:moveTo>
                <a:lnTo>
                  <a:pt x="1137612" y="0"/>
                </a:lnTo>
                <a:cubicBezTo>
                  <a:pt x="1137612" y="319820"/>
                  <a:pt x="1397088" y="580100"/>
                  <a:pt x="1716115" y="580100"/>
                </a:cubicBezTo>
                <a:lnTo>
                  <a:pt x="1716115" y="597134"/>
                </a:lnTo>
                <a:cubicBezTo>
                  <a:pt x="1387736" y="597134"/>
                  <a:pt x="1120625" y="329285"/>
                  <a:pt x="1120625" y="0"/>
                </a:cubicBezTo>
                <a:close/>
                <a:moveTo>
                  <a:pt x="1213978" y="0"/>
                </a:moveTo>
                <a:lnTo>
                  <a:pt x="1230965" y="0"/>
                </a:lnTo>
                <a:cubicBezTo>
                  <a:pt x="1230965" y="268195"/>
                  <a:pt x="1448571" y="486398"/>
                  <a:pt x="1716109" y="486398"/>
                </a:cubicBezTo>
                <a:lnTo>
                  <a:pt x="1716109" y="503437"/>
                </a:lnTo>
                <a:lnTo>
                  <a:pt x="1716109" y="503523"/>
                </a:lnTo>
                <a:cubicBezTo>
                  <a:pt x="1439214" y="503523"/>
                  <a:pt x="1213978" y="277659"/>
                  <a:pt x="1213978" y="0"/>
                </a:cubicBezTo>
                <a:close/>
                <a:moveTo>
                  <a:pt x="1307422" y="0"/>
                </a:moveTo>
                <a:lnTo>
                  <a:pt x="1324414" y="0"/>
                </a:lnTo>
                <a:cubicBezTo>
                  <a:pt x="1324414" y="216569"/>
                  <a:pt x="1500141" y="392784"/>
                  <a:pt x="1716115" y="392784"/>
                </a:cubicBezTo>
                <a:lnTo>
                  <a:pt x="1716115" y="409821"/>
                </a:lnTo>
                <a:cubicBezTo>
                  <a:pt x="1490703" y="409821"/>
                  <a:pt x="1307422" y="225948"/>
                  <a:pt x="1307422" y="0"/>
                </a:cubicBezTo>
                <a:close/>
                <a:moveTo>
                  <a:pt x="1400775" y="0"/>
                </a:moveTo>
                <a:lnTo>
                  <a:pt x="1417762" y="0"/>
                </a:lnTo>
                <a:cubicBezTo>
                  <a:pt x="1417762" y="164944"/>
                  <a:pt x="1551619" y="299170"/>
                  <a:pt x="1716109" y="299170"/>
                </a:cubicBezTo>
                <a:lnTo>
                  <a:pt x="1716109" y="316207"/>
                </a:lnTo>
                <a:cubicBezTo>
                  <a:pt x="1542266" y="316207"/>
                  <a:pt x="1400775" y="174322"/>
                  <a:pt x="1400775" y="0"/>
                </a:cubicBezTo>
                <a:close/>
                <a:moveTo>
                  <a:pt x="1494133" y="0"/>
                </a:moveTo>
                <a:lnTo>
                  <a:pt x="1511120" y="0"/>
                </a:lnTo>
                <a:cubicBezTo>
                  <a:pt x="1511120" y="113318"/>
                  <a:pt x="1603017" y="205556"/>
                  <a:pt x="1716109" y="205556"/>
                </a:cubicBezTo>
                <a:lnTo>
                  <a:pt x="1716109" y="222592"/>
                </a:lnTo>
                <a:cubicBezTo>
                  <a:pt x="1593750" y="222592"/>
                  <a:pt x="1494133" y="122783"/>
                  <a:pt x="1494133" y="0"/>
                </a:cubicBezTo>
                <a:close/>
              </a:path>
            </a:pathLst>
          </a:custGeom>
          <a:solidFill>
            <a:schemeClr val="bg1">
              <a:alpha val="99000"/>
            </a:schemeClr>
          </a:solidFill>
          <a:ln w="4723" cap="flat">
            <a:noFill/>
            <a:prstDash val="solid"/>
            <a:miter/>
          </a:ln>
        </p:spPr>
        <p:txBody>
          <a:bodyPr rtlCol="0" anchor="ctr"/>
          <a:lstStyle/>
          <a:p>
            <a:endParaRPr lang="en-US" dirty="0"/>
          </a:p>
        </p:txBody>
      </p:sp>
      <p:sp>
        <p:nvSpPr>
          <p:cNvPr id="17" name="Image 5">
            <a:extLst>
              <a:ext uri="{FF2B5EF4-FFF2-40B4-BE49-F238E27FC236}">
                <a16:creationId xmlns:a16="http://schemas.microsoft.com/office/drawing/2014/main" id="{B9036D42-A06F-E6EE-BB91-8BAF045198BE}"/>
              </a:ext>
              <a:ext uri="{C183D7F6-B498-43B3-948B-1728B52AA6E4}">
                <adec:decorative xmlns:adec="http://schemas.microsoft.com/office/drawing/2017/decorative" val="1"/>
              </a:ext>
            </a:extLst>
          </p:cNvPr>
          <p:cNvSpPr/>
          <p:nvPr userDrawn="1"/>
        </p:nvSpPr>
        <p:spPr>
          <a:xfrm>
            <a:off x="-5568" y="3440504"/>
            <a:ext cx="3443288" cy="3448050"/>
          </a:xfrm>
          <a:custGeom>
            <a:avLst/>
            <a:gdLst>
              <a:gd name="connsiteX0" fmla="*/ 1721644 w 3443288"/>
              <a:gd name="connsiteY0" fmla="*/ 3448051 h 3448050"/>
              <a:gd name="connsiteX1" fmla="*/ 3443288 w 3443288"/>
              <a:gd name="connsiteY1" fmla="*/ 1724025 h 3448050"/>
              <a:gd name="connsiteX2" fmla="*/ 1721644 w 3443288"/>
              <a:gd name="connsiteY2" fmla="*/ 0 h 3448050"/>
              <a:gd name="connsiteX3" fmla="*/ 0 w 3443288"/>
              <a:gd name="connsiteY3" fmla="*/ 1724025 h 3448050"/>
              <a:gd name="connsiteX4" fmla="*/ 1721644 w 3443288"/>
              <a:gd name="connsiteY4" fmla="*/ 3448051 h 3448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3448050">
                <a:moveTo>
                  <a:pt x="1721644" y="3448051"/>
                </a:moveTo>
                <a:cubicBezTo>
                  <a:pt x="2672482" y="3448051"/>
                  <a:pt x="3443288" y="2676178"/>
                  <a:pt x="3443288" y="1724025"/>
                </a:cubicBezTo>
                <a:cubicBezTo>
                  <a:pt x="3443288" y="771873"/>
                  <a:pt x="2672482" y="0"/>
                  <a:pt x="1721644" y="0"/>
                </a:cubicBezTo>
                <a:cubicBezTo>
                  <a:pt x="770806" y="0"/>
                  <a:pt x="0" y="771873"/>
                  <a:pt x="0" y="1724025"/>
                </a:cubicBezTo>
                <a:cubicBezTo>
                  <a:pt x="0" y="2676178"/>
                  <a:pt x="770806" y="3448051"/>
                  <a:pt x="1721644" y="3448051"/>
                </a:cubicBezTo>
                <a:close/>
              </a:path>
            </a:pathLst>
          </a:custGeom>
          <a:solidFill>
            <a:schemeClr val="accent6"/>
          </a:solidFill>
          <a:ln w="4756" cap="flat">
            <a:noFill/>
            <a:prstDash val="solid"/>
            <a:miter/>
          </a:ln>
        </p:spPr>
        <p:txBody>
          <a:bodyPr rtlCol="0" anchor="ctr">
            <a:noAutofit/>
          </a:bodyPr>
          <a:lstStyle/>
          <a:p>
            <a:endParaRPr lang="en-US" dirty="0"/>
          </a:p>
        </p:txBody>
      </p:sp>
      <p:pic>
        <p:nvPicPr>
          <p:cNvPr id="19" name="Image 6">
            <a:extLst>
              <a:ext uri="{FF2B5EF4-FFF2-40B4-BE49-F238E27FC236}">
                <a16:creationId xmlns:a16="http://schemas.microsoft.com/office/drawing/2014/main" id="{86E0540C-3355-A50D-AC61-047B54B70C64}"/>
              </a:ext>
              <a:ext uri="{C183D7F6-B498-43B3-948B-1728B52AA6E4}">
                <adec:decorative xmlns:adec="http://schemas.microsoft.com/office/drawing/2017/decorative" val="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1718457" y="3440504"/>
            <a:ext cx="1719263" cy="1724025"/>
          </a:xfrm>
          <a:prstGeom prst="rect">
            <a:avLst/>
          </a:prstGeom>
        </p:spPr>
      </p:pic>
      <p:sp>
        <p:nvSpPr>
          <p:cNvPr id="16" name="Slide Number Placeholder 2">
            <a:extLst>
              <a:ext uri="{FF2B5EF4-FFF2-40B4-BE49-F238E27FC236}">
                <a16:creationId xmlns:a16="http://schemas.microsoft.com/office/drawing/2014/main" id="{B00F713C-1CC6-5879-0410-95F179D56AD2}"/>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
        <p:nvSpPr>
          <p:cNvPr id="2" name="Content Placeholder 2">
            <a:extLst>
              <a:ext uri="{FF2B5EF4-FFF2-40B4-BE49-F238E27FC236}">
                <a16:creationId xmlns:a16="http://schemas.microsoft.com/office/drawing/2014/main" id="{8E40D3F2-4A7A-F909-AC98-0B402B26776E}"/>
              </a:ext>
            </a:extLst>
          </p:cNvPr>
          <p:cNvSpPr>
            <a:spLocks noGrp="1"/>
          </p:cNvSpPr>
          <p:nvPr>
            <p:ph idx="11" hasCustomPrompt="1"/>
          </p:nvPr>
        </p:nvSpPr>
        <p:spPr>
          <a:xfrm>
            <a:off x="4364808" y="3808750"/>
            <a:ext cx="7043618" cy="2233233"/>
          </a:xfrm>
        </p:spPr>
        <p:txBody>
          <a:bodyPr lIns="91440" tIns="0" rIns="9144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Tree>
    <p:extLst>
      <p:ext uri="{BB962C8B-B14F-4D97-AF65-F5344CB8AC3E}">
        <p14:creationId xmlns:p14="http://schemas.microsoft.com/office/powerpoint/2010/main" val="31162965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mparison 4">
    <p:spTree>
      <p:nvGrpSpPr>
        <p:cNvPr id="1" name=""/>
        <p:cNvGrpSpPr/>
        <p:nvPr/>
      </p:nvGrpSpPr>
      <p:grpSpPr>
        <a:xfrm>
          <a:off x="0" y="0"/>
          <a:ext cx="0" cy="0"/>
          <a:chOff x="0" y="0"/>
          <a:chExt cx="0" cy="0"/>
        </a:xfrm>
      </p:grpSpPr>
      <p:sp>
        <p:nvSpPr>
          <p:cNvPr id="27" name="Freeform 26">
            <a:extLst>
              <a:ext uri="{FF2B5EF4-FFF2-40B4-BE49-F238E27FC236}">
                <a16:creationId xmlns:a16="http://schemas.microsoft.com/office/drawing/2014/main" id="{3C7B0BB3-A5CA-7C72-DC39-AD00EC90964C}"/>
              </a:ext>
              <a:ext uri="{C183D7F6-B498-43B3-948B-1728B52AA6E4}">
                <adec:decorative xmlns:adec="http://schemas.microsoft.com/office/drawing/2017/decorative" val="1"/>
              </a:ext>
            </a:extLst>
          </p:cNvPr>
          <p:cNvSpPr/>
          <p:nvPr userDrawn="1"/>
        </p:nvSpPr>
        <p:spPr>
          <a:xfrm>
            <a:off x="8989454" y="3427336"/>
            <a:ext cx="3202546" cy="3430665"/>
          </a:xfrm>
          <a:custGeom>
            <a:avLst/>
            <a:gdLst>
              <a:gd name="connsiteX0" fmla="*/ 0 w 3202546"/>
              <a:gd name="connsiteY0" fmla="*/ 0 h 3430665"/>
              <a:gd name="connsiteX1" fmla="*/ 3202546 w 3202546"/>
              <a:gd name="connsiteY1" fmla="*/ 0 h 3430665"/>
              <a:gd name="connsiteX2" fmla="*/ 3202546 w 3202546"/>
              <a:gd name="connsiteY2" fmla="*/ 3430665 h 3430665"/>
              <a:gd name="connsiteX3" fmla="*/ 0 w 3202546"/>
              <a:gd name="connsiteY3" fmla="*/ 3430665 h 3430665"/>
            </a:gdLst>
            <a:ahLst/>
            <a:cxnLst>
              <a:cxn ang="0">
                <a:pos x="connsiteX0" y="connsiteY0"/>
              </a:cxn>
              <a:cxn ang="0">
                <a:pos x="connsiteX1" y="connsiteY1"/>
              </a:cxn>
              <a:cxn ang="0">
                <a:pos x="connsiteX2" y="connsiteY2"/>
              </a:cxn>
              <a:cxn ang="0">
                <a:pos x="connsiteX3" y="connsiteY3"/>
              </a:cxn>
            </a:cxnLst>
            <a:rect l="l" t="t" r="r" b="b"/>
            <a:pathLst>
              <a:path w="3202546" h="3430665">
                <a:moveTo>
                  <a:pt x="0" y="0"/>
                </a:moveTo>
                <a:lnTo>
                  <a:pt x="3202546" y="0"/>
                </a:lnTo>
                <a:lnTo>
                  <a:pt x="3202546" y="3430665"/>
                </a:lnTo>
                <a:lnTo>
                  <a:pt x="0" y="3430665"/>
                </a:ln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8" name="Freeform 17">
            <a:extLst>
              <a:ext uri="{FF2B5EF4-FFF2-40B4-BE49-F238E27FC236}">
                <a16:creationId xmlns:a16="http://schemas.microsoft.com/office/drawing/2014/main" id="{07871527-68A5-0A5C-F5A6-A80523BAC92F}"/>
              </a:ext>
              <a:ext uri="{C183D7F6-B498-43B3-948B-1728B52AA6E4}">
                <adec:decorative xmlns:adec="http://schemas.microsoft.com/office/drawing/2017/decorative" val="1"/>
              </a:ext>
            </a:extLst>
          </p:cNvPr>
          <p:cNvSpPr/>
          <p:nvPr userDrawn="1"/>
        </p:nvSpPr>
        <p:spPr>
          <a:xfrm>
            <a:off x="8989454" y="3654149"/>
            <a:ext cx="3202546" cy="3203852"/>
          </a:xfrm>
          <a:custGeom>
            <a:avLst/>
            <a:gdLst>
              <a:gd name="connsiteX0" fmla="*/ 3202546 w 3202546"/>
              <a:gd name="connsiteY0" fmla="*/ 0 h 3203852"/>
              <a:gd name="connsiteX1" fmla="*/ 3202546 w 3202546"/>
              <a:gd name="connsiteY1" fmla="*/ 3203852 h 3203852"/>
              <a:gd name="connsiteX2" fmla="*/ 0 w 3202546"/>
              <a:gd name="connsiteY2" fmla="*/ 3203852 h 3203852"/>
              <a:gd name="connsiteX3" fmla="*/ 0 w 3202546"/>
              <a:gd name="connsiteY3" fmla="*/ 3190718 h 3203852"/>
            </a:gdLst>
            <a:ahLst/>
            <a:cxnLst>
              <a:cxn ang="0">
                <a:pos x="connsiteX0" y="connsiteY0"/>
              </a:cxn>
              <a:cxn ang="0">
                <a:pos x="connsiteX1" y="connsiteY1"/>
              </a:cxn>
              <a:cxn ang="0">
                <a:pos x="connsiteX2" y="connsiteY2"/>
              </a:cxn>
              <a:cxn ang="0">
                <a:pos x="connsiteX3" y="connsiteY3"/>
              </a:cxn>
            </a:cxnLst>
            <a:rect l="l" t="t" r="r" b="b"/>
            <a:pathLst>
              <a:path w="3202546" h="3203852">
                <a:moveTo>
                  <a:pt x="3202546" y="0"/>
                </a:moveTo>
                <a:lnTo>
                  <a:pt x="3202546" y="3203852"/>
                </a:lnTo>
                <a:lnTo>
                  <a:pt x="0" y="3203852"/>
                </a:lnTo>
                <a:lnTo>
                  <a:pt x="0" y="3190718"/>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4" name="Freeform 13">
            <a:extLst>
              <a:ext uri="{FF2B5EF4-FFF2-40B4-BE49-F238E27FC236}">
                <a16:creationId xmlns:a16="http://schemas.microsoft.com/office/drawing/2014/main" id="{CEB118B3-9B06-AD11-738A-7A0651F98B7E}"/>
              </a:ext>
              <a:ext uri="{C183D7F6-B498-43B3-948B-1728B52AA6E4}">
                <adec:decorative xmlns:adec="http://schemas.microsoft.com/office/drawing/2017/decorative" val="1"/>
              </a:ext>
            </a:extLst>
          </p:cNvPr>
          <p:cNvSpPr/>
          <p:nvPr userDrawn="1"/>
        </p:nvSpPr>
        <p:spPr>
          <a:xfrm>
            <a:off x="8989455" y="1"/>
            <a:ext cx="3202545" cy="3437345"/>
          </a:xfrm>
          <a:custGeom>
            <a:avLst/>
            <a:gdLst>
              <a:gd name="connsiteX0" fmla="*/ 0 w 3202545"/>
              <a:gd name="connsiteY0" fmla="*/ 0 h 3437345"/>
              <a:gd name="connsiteX1" fmla="*/ 3202545 w 3202545"/>
              <a:gd name="connsiteY1" fmla="*/ 0 h 3437345"/>
              <a:gd name="connsiteX2" fmla="*/ 3202545 w 3202545"/>
              <a:gd name="connsiteY2" fmla="*/ 3437345 h 3437345"/>
              <a:gd name="connsiteX3" fmla="*/ 0 w 3202545"/>
              <a:gd name="connsiteY3" fmla="*/ 3437345 h 3437345"/>
            </a:gdLst>
            <a:ahLst/>
            <a:cxnLst>
              <a:cxn ang="0">
                <a:pos x="connsiteX0" y="connsiteY0"/>
              </a:cxn>
              <a:cxn ang="0">
                <a:pos x="connsiteX1" y="connsiteY1"/>
              </a:cxn>
              <a:cxn ang="0">
                <a:pos x="connsiteX2" y="connsiteY2"/>
              </a:cxn>
              <a:cxn ang="0">
                <a:pos x="connsiteX3" y="connsiteY3"/>
              </a:cxn>
            </a:cxnLst>
            <a:rect l="l" t="t" r="r" b="b"/>
            <a:pathLst>
              <a:path w="3202545" h="3437345">
                <a:moveTo>
                  <a:pt x="0" y="0"/>
                </a:moveTo>
                <a:lnTo>
                  <a:pt x="3202545" y="0"/>
                </a:lnTo>
                <a:lnTo>
                  <a:pt x="3202545" y="3437345"/>
                </a:lnTo>
                <a:lnTo>
                  <a:pt x="0" y="3437345"/>
                </a:lnTo>
                <a:close/>
              </a:path>
            </a:pathLst>
          </a:custGeom>
          <a:solidFill>
            <a:schemeClr val="accent5"/>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6" name="Freeform 15">
            <a:extLst>
              <a:ext uri="{FF2B5EF4-FFF2-40B4-BE49-F238E27FC236}">
                <a16:creationId xmlns:a16="http://schemas.microsoft.com/office/drawing/2014/main" id="{0EA94262-504E-06F2-F383-E832C37B1250}"/>
              </a:ext>
              <a:ext uri="{C183D7F6-B498-43B3-948B-1728B52AA6E4}">
                <adec:decorative xmlns:adec="http://schemas.microsoft.com/office/drawing/2017/decorative" val="1"/>
              </a:ext>
            </a:extLst>
          </p:cNvPr>
          <p:cNvSpPr/>
          <p:nvPr userDrawn="1"/>
        </p:nvSpPr>
        <p:spPr>
          <a:xfrm>
            <a:off x="8989454" y="6681"/>
            <a:ext cx="3202546" cy="3436477"/>
          </a:xfrm>
          <a:custGeom>
            <a:avLst/>
            <a:gdLst>
              <a:gd name="connsiteX0" fmla="*/ 0 w 3202546"/>
              <a:gd name="connsiteY0" fmla="*/ 0 h 3436477"/>
              <a:gd name="connsiteX1" fmla="*/ 3202546 w 3202546"/>
              <a:gd name="connsiteY1" fmla="*/ 3214418 h 3436477"/>
              <a:gd name="connsiteX2" fmla="*/ 3202546 w 3202546"/>
              <a:gd name="connsiteY2" fmla="*/ 3436477 h 3436477"/>
              <a:gd name="connsiteX3" fmla="*/ 0 w 3202546"/>
              <a:gd name="connsiteY3" fmla="*/ 3436477 h 3436477"/>
            </a:gdLst>
            <a:ahLst/>
            <a:cxnLst>
              <a:cxn ang="0">
                <a:pos x="connsiteX0" y="connsiteY0"/>
              </a:cxn>
              <a:cxn ang="0">
                <a:pos x="connsiteX1" y="connsiteY1"/>
              </a:cxn>
              <a:cxn ang="0">
                <a:pos x="connsiteX2" y="connsiteY2"/>
              </a:cxn>
              <a:cxn ang="0">
                <a:pos x="connsiteX3" y="connsiteY3"/>
              </a:cxn>
            </a:cxnLst>
            <a:rect l="l" t="t" r="r" b="b"/>
            <a:pathLst>
              <a:path w="3202546" h="3436477">
                <a:moveTo>
                  <a:pt x="0" y="0"/>
                </a:moveTo>
                <a:lnTo>
                  <a:pt x="3202546" y="3214418"/>
                </a:lnTo>
                <a:lnTo>
                  <a:pt x="3202546" y="3436477"/>
                </a:lnTo>
                <a:lnTo>
                  <a:pt x="0" y="3436477"/>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0" name="Title 19">
            <a:extLst>
              <a:ext uri="{FF2B5EF4-FFF2-40B4-BE49-F238E27FC236}">
                <a16:creationId xmlns:a16="http://schemas.microsoft.com/office/drawing/2014/main" id="{C26B5661-F583-FA44-8353-161B862E69B1}"/>
              </a:ext>
            </a:extLst>
          </p:cNvPr>
          <p:cNvSpPr>
            <a:spLocks noGrp="1"/>
          </p:cNvSpPr>
          <p:nvPr userDrawn="1">
            <p:ph type="title" hasCustomPrompt="1"/>
          </p:nvPr>
        </p:nvSpPr>
        <p:spPr>
          <a:xfrm>
            <a:off x="914399" y="834635"/>
            <a:ext cx="7796464" cy="1222385"/>
          </a:xfrm>
        </p:spPr>
        <p:txBody>
          <a:bodyPr tIns="0" bIns="0">
            <a:noAutofit/>
          </a:bodyPr>
          <a:lstStyle>
            <a:lvl1pPr algn="l">
              <a:lnSpc>
                <a:spcPct val="100000"/>
              </a:lnSpc>
              <a:defRPr sz="3600"/>
            </a:lvl1pPr>
          </a:lstStyle>
          <a:p>
            <a:r>
              <a:rPr lang="en-US" dirty="0"/>
              <a:t>Click to add title</a:t>
            </a:r>
          </a:p>
        </p:txBody>
      </p:sp>
      <p:sp>
        <p:nvSpPr>
          <p:cNvPr id="19" name="Slide Number Placeholder 2">
            <a:extLst>
              <a:ext uri="{FF2B5EF4-FFF2-40B4-BE49-F238E27FC236}">
                <a16:creationId xmlns:a16="http://schemas.microsoft.com/office/drawing/2014/main" id="{BFBCB81C-7599-87A1-8037-5FB8C374503A}"/>
              </a:ext>
            </a:extLst>
          </p:cNvPr>
          <p:cNvSpPr>
            <a:spLocks noGrp="1"/>
          </p:cNvSpPr>
          <p:nvPr userDrawn="1">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
        <p:nvSpPr>
          <p:cNvPr id="23" name="Content Placeholder 3">
            <a:extLst>
              <a:ext uri="{FF2B5EF4-FFF2-40B4-BE49-F238E27FC236}">
                <a16:creationId xmlns:a16="http://schemas.microsoft.com/office/drawing/2014/main" id="{6FF02D51-6992-3FED-2A19-92E5AC564CF4}"/>
              </a:ext>
            </a:extLst>
          </p:cNvPr>
          <p:cNvSpPr>
            <a:spLocks noGrp="1"/>
          </p:cNvSpPr>
          <p:nvPr userDrawn="1">
            <p:ph sz="half" idx="2" hasCustomPrompt="1"/>
          </p:nvPr>
        </p:nvSpPr>
        <p:spPr>
          <a:xfrm>
            <a:off x="914400" y="2303028"/>
            <a:ext cx="3283119" cy="3720337"/>
          </a:xfrm>
        </p:spPr>
        <p:txBody>
          <a:bodyPr lIns="91440" tIns="0" rIns="91440" bIns="0">
            <a:normAutofit/>
          </a:bodyPr>
          <a:lstStyle>
            <a:lvl1pPr marL="0" indent="0">
              <a:spcBef>
                <a:spcPts val="1000"/>
              </a:spcBef>
              <a:buNone/>
              <a:defRPr sz="1800"/>
            </a:lvl1pPr>
            <a:lvl2pPr marL="283464" indent="-283464">
              <a:spcBef>
                <a:spcPts val="1000"/>
              </a:spcBef>
              <a:defRPr sz="1800"/>
            </a:lvl2pPr>
            <a:lvl3pPr marL="283464" indent="-283464">
              <a:spcBef>
                <a:spcPts val="1000"/>
              </a:spcBef>
              <a:defRPr sz="1800"/>
            </a:lvl3pPr>
            <a:lvl4pPr marL="283464" indent="-283464">
              <a:spcBef>
                <a:spcPts val="1000"/>
              </a:spcBef>
              <a:defRPr sz="1800"/>
            </a:lvl4pPr>
            <a:lvl5pPr marL="283464"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5" name="Content Placeholder 5">
            <a:extLst>
              <a:ext uri="{FF2B5EF4-FFF2-40B4-BE49-F238E27FC236}">
                <a16:creationId xmlns:a16="http://schemas.microsoft.com/office/drawing/2014/main" id="{C2762372-3C12-61F8-F131-E4C08A2B1735}"/>
              </a:ext>
            </a:extLst>
          </p:cNvPr>
          <p:cNvSpPr>
            <a:spLocks noGrp="1"/>
          </p:cNvSpPr>
          <p:nvPr userDrawn="1">
            <p:ph sz="quarter" idx="4" hasCustomPrompt="1"/>
          </p:nvPr>
        </p:nvSpPr>
        <p:spPr>
          <a:xfrm>
            <a:off x="4782159" y="2303028"/>
            <a:ext cx="3284951" cy="3720337"/>
          </a:xfrm>
        </p:spPr>
        <p:txBody>
          <a:bodyPr lIns="91440" tIns="0" rIns="91440" bIns="0">
            <a:normAutofit/>
          </a:bodyPr>
          <a:lstStyle>
            <a:lvl1pPr marL="0" indent="0">
              <a:spcBef>
                <a:spcPts val="1000"/>
              </a:spcBef>
              <a:buNone/>
              <a:defRPr sz="1800"/>
            </a:lvl1pPr>
            <a:lvl2pPr marL="283464" indent="-283464">
              <a:spcBef>
                <a:spcPts val="1000"/>
              </a:spcBef>
              <a:defRPr sz="1800"/>
            </a:lvl2pPr>
            <a:lvl3pPr marL="283464" indent="-283464">
              <a:spcBef>
                <a:spcPts val="1000"/>
              </a:spcBef>
              <a:defRPr sz="1800"/>
            </a:lvl3pPr>
            <a:lvl4pPr marL="283464" indent="-283464">
              <a:spcBef>
                <a:spcPts val="1000"/>
              </a:spcBef>
              <a:defRPr sz="1800"/>
            </a:lvl4pPr>
            <a:lvl5pPr marL="283464"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6867332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meline 1">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376CF4B8-1811-BD21-43A7-560AC4724F3B}"/>
              </a:ext>
              <a:ext uri="{C183D7F6-B498-43B3-948B-1728B52AA6E4}">
                <adec:decorative xmlns:adec="http://schemas.microsoft.com/office/drawing/2017/decorative" val="1"/>
              </a:ext>
            </a:extLst>
          </p:cNvPr>
          <p:cNvSpPr/>
          <p:nvPr userDrawn="1"/>
        </p:nvSpPr>
        <p:spPr>
          <a:xfrm>
            <a:off x="-24064" y="-400"/>
            <a:ext cx="12216063" cy="34671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34" name="Rectangle 33">
            <a:extLst>
              <a:ext uri="{FF2B5EF4-FFF2-40B4-BE49-F238E27FC236}">
                <a16:creationId xmlns:a16="http://schemas.microsoft.com/office/drawing/2014/main" id="{30B7B4F0-D3BC-63DF-6429-F771BE5A3270}"/>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 name="Title 1">
            <a:extLst>
              <a:ext uri="{FF2B5EF4-FFF2-40B4-BE49-F238E27FC236}">
                <a16:creationId xmlns:a16="http://schemas.microsoft.com/office/drawing/2014/main" id="{A65C6DDD-D2BB-0153-0F53-9F7C17BDFD2B}"/>
              </a:ext>
            </a:extLst>
          </p:cNvPr>
          <p:cNvSpPr>
            <a:spLocks noGrp="1"/>
          </p:cNvSpPr>
          <p:nvPr>
            <p:ph type="title" hasCustomPrompt="1"/>
          </p:nvPr>
        </p:nvSpPr>
        <p:spPr>
          <a:xfrm>
            <a:off x="914400" y="965393"/>
            <a:ext cx="7631709" cy="1091627"/>
          </a:xfrm>
        </p:spPr>
        <p:txBody>
          <a:bodyPr tIns="0" bIns="0"/>
          <a:lstStyle>
            <a:lvl1pPr algn="l">
              <a:lnSpc>
                <a:spcPct val="100000"/>
              </a:lnSpc>
              <a:defRPr sz="3600">
                <a:solidFill>
                  <a:schemeClr val="accent6"/>
                </a:solidFill>
              </a:defRPr>
            </a:lvl1pPr>
          </a:lstStyle>
          <a:p>
            <a:r>
              <a:rPr lang="en-US" dirty="0"/>
              <a:t>Click to add title</a:t>
            </a:r>
          </a:p>
        </p:txBody>
      </p:sp>
      <p:sp>
        <p:nvSpPr>
          <p:cNvPr id="5" name="Content Placeholder 2">
            <a:extLst>
              <a:ext uri="{FF2B5EF4-FFF2-40B4-BE49-F238E27FC236}">
                <a16:creationId xmlns:a16="http://schemas.microsoft.com/office/drawing/2014/main" id="{0AADE444-940A-5A34-8C49-4F15BC33EEC7}"/>
              </a:ext>
            </a:extLst>
          </p:cNvPr>
          <p:cNvSpPr>
            <a:spLocks noGrp="1"/>
          </p:cNvSpPr>
          <p:nvPr>
            <p:ph sz="half" idx="15" hasCustomPrompt="1"/>
          </p:nvPr>
        </p:nvSpPr>
        <p:spPr>
          <a:xfrm>
            <a:off x="914400" y="2303028"/>
            <a:ext cx="3283119" cy="4144192"/>
          </a:xfrm>
        </p:spPr>
        <p:txBody>
          <a:bodyPr lIns="91440" tIns="0" rIns="91440" bIns="0">
            <a:normAutofit/>
          </a:bodyPr>
          <a:lstStyle>
            <a:lvl1pPr marL="457200" indent="-457200">
              <a:spcBef>
                <a:spcPts val="1000"/>
              </a:spcBef>
              <a:buFont typeface="+mj-lt"/>
              <a:buAutoNum type="arabicPeriod"/>
              <a:defRPr sz="1800"/>
            </a:lvl1pPr>
            <a:lvl2pPr marL="745236" indent="-342900">
              <a:spcBef>
                <a:spcPts val="1000"/>
              </a:spcBef>
              <a:buFont typeface="+mj-lt"/>
              <a:buAutoNum type="alphaLcPeriod"/>
              <a:defRPr sz="1800"/>
            </a:lvl2pPr>
            <a:lvl3pPr marL="1202436" indent="-342900">
              <a:spcBef>
                <a:spcPts val="1000"/>
              </a:spcBef>
              <a:buFont typeface="+mj-lt"/>
              <a:buAutoNum type="arabicParenR"/>
              <a:defRPr sz="1800"/>
            </a:lvl3pPr>
            <a:lvl4pPr marL="1659636" indent="-342900">
              <a:spcBef>
                <a:spcPts val="1000"/>
              </a:spcBef>
              <a:buFont typeface="+mj-lt"/>
              <a:buAutoNum type="alphaLcParenR"/>
              <a:defRPr sz="1800"/>
            </a:lvl4pPr>
            <a:lvl5pPr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p:txBody>
      </p:sp>
      <p:sp>
        <p:nvSpPr>
          <p:cNvPr id="3" name="Content Placeholder 2">
            <a:extLst>
              <a:ext uri="{FF2B5EF4-FFF2-40B4-BE49-F238E27FC236}">
                <a16:creationId xmlns:a16="http://schemas.microsoft.com/office/drawing/2014/main" id="{97A79FCB-9A9F-6B60-A95C-FCF020598DE3}"/>
              </a:ext>
            </a:extLst>
          </p:cNvPr>
          <p:cNvSpPr>
            <a:spLocks noGrp="1"/>
          </p:cNvSpPr>
          <p:nvPr>
            <p:ph sz="half" idx="1" hasCustomPrompt="1"/>
          </p:nvPr>
        </p:nvSpPr>
        <p:spPr>
          <a:xfrm>
            <a:off x="4782159" y="2303028"/>
            <a:ext cx="3763950" cy="4144192"/>
          </a:xfrm>
        </p:spPr>
        <p:txBody>
          <a:bodyPr lIns="91440" tIns="0" rIns="91440" bIns="0">
            <a:normAutofit/>
          </a:bodyPr>
          <a:lstStyle>
            <a:lvl1pPr marL="0" indent="0">
              <a:spcBef>
                <a:spcPts val="1000"/>
              </a:spcBef>
              <a:buNone/>
              <a:defRPr sz="1800"/>
            </a:lvl1pPr>
            <a:lvl2pPr indent="-283464">
              <a:spcBef>
                <a:spcPts val="1000"/>
              </a:spcBef>
              <a:defRPr sz="1800"/>
            </a:lvl2pPr>
            <a:lvl3pPr indent="-283464">
              <a:spcBef>
                <a:spcPts val="1000"/>
              </a:spcBef>
              <a:defRPr sz="1800"/>
            </a:lvl3pPr>
            <a:lvl4pPr indent="-283464">
              <a:spcBef>
                <a:spcPts val="1000"/>
              </a:spcBef>
              <a:defRPr sz="1800"/>
            </a:lvl4pPr>
            <a:lvl5pPr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1" name="Picture Placeholder 30">
            <a:extLst>
              <a:ext uri="{FF2B5EF4-FFF2-40B4-BE49-F238E27FC236}">
                <a16:creationId xmlns:a16="http://schemas.microsoft.com/office/drawing/2014/main" id="{2912B88E-830A-AD4C-378F-46EF5F77950C}"/>
              </a:ext>
            </a:extLst>
          </p:cNvPr>
          <p:cNvSpPr>
            <a:spLocks noGrp="1"/>
          </p:cNvSpPr>
          <p:nvPr>
            <p:ph type="pic" sz="quarter" idx="14" hasCustomPrompt="1"/>
          </p:nvPr>
        </p:nvSpPr>
        <p:spPr>
          <a:xfrm>
            <a:off x="8989454" y="965393"/>
            <a:ext cx="3202545" cy="5892607"/>
          </a:xfrm>
          <a:custGeom>
            <a:avLst/>
            <a:gdLst>
              <a:gd name="connsiteX0" fmla="*/ 0 w 3202545"/>
              <a:gd name="connsiteY0" fmla="*/ 0 h 6023366"/>
              <a:gd name="connsiteX1" fmla="*/ 3202545 w 3202545"/>
              <a:gd name="connsiteY1" fmla="*/ 0 h 6023366"/>
              <a:gd name="connsiteX2" fmla="*/ 3202545 w 3202545"/>
              <a:gd name="connsiteY2" fmla="*/ 3165406 h 6023366"/>
              <a:gd name="connsiteX3" fmla="*/ 2923656 w 3202545"/>
              <a:gd name="connsiteY3" fmla="*/ 3179481 h 6023366"/>
              <a:gd name="connsiteX4" fmla="*/ 364096 w 3202545"/>
              <a:gd name="connsiteY4" fmla="*/ 6016124 h 6023366"/>
              <a:gd name="connsiteX5" fmla="*/ 364096 w 3202545"/>
              <a:gd name="connsiteY5" fmla="*/ 6023364 h 6023366"/>
              <a:gd name="connsiteX6" fmla="*/ 1231541 w 3202545"/>
              <a:gd name="connsiteY6" fmla="*/ 6023364 h 6023366"/>
              <a:gd name="connsiteX7" fmla="*/ 1241636 w 3202545"/>
              <a:gd name="connsiteY7" fmla="*/ 5822974 h 6023366"/>
              <a:gd name="connsiteX8" fmla="*/ 3012253 w 3202545"/>
              <a:gd name="connsiteY8" fmla="*/ 4042481 h 6023366"/>
              <a:gd name="connsiteX9" fmla="*/ 3202545 w 3202545"/>
              <a:gd name="connsiteY9" fmla="*/ 4032784 h 6023366"/>
              <a:gd name="connsiteX10" fmla="*/ 3202545 w 3202545"/>
              <a:gd name="connsiteY10" fmla="*/ 4033098 h 6023366"/>
              <a:gd name="connsiteX11" fmla="*/ 3012291 w 3202545"/>
              <a:gd name="connsiteY11" fmla="*/ 4042794 h 6023366"/>
              <a:gd name="connsiteX12" fmla="*/ 1242011 w 3202545"/>
              <a:gd name="connsiteY12" fmla="*/ 5823008 h 6023366"/>
              <a:gd name="connsiteX13" fmla="*/ 1231918 w 3202545"/>
              <a:gd name="connsiteY13" fmla="*/ 6023365 h 6023366"/>
              <a:gd name="connsiteX14" fmla="*/ 3202545 w 3202545"/>
              <a:gd name="connsiteY14" fmla="*/ 6023365 h 6023366"/>
              <a:gd name="connsiteX15" fmla="*/ 3202545 w 3202545"/>
              <a:gd name="connsiteY15" fmla="*/ 6023366 h 6023366"/>
              <a:gd name="connsiteX16" fmla="*/ 0 w 3202545"/>
              <a:gd name="connsiteY16" fmla="*/ 6023366 h 60233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202545" h="6023366">
                <a:moveTo>
                  <a:pt x="0" y="0"/>
                </a:moveTo>
                <a:lnTo>
                  <a:pt x="3202545" y="0"/>
                </a:lnTo>
                <a:lnTo>
                  <a:pt x="3202545" y="3165406"/>
                </a:lnTo>
                <a:lnTo>
                  <a:pt x="2923656" y="3179481"/>
                </a:lnTo>
                <a:cubicBezTo>
                  <a:pt x="1485615" y="3325450"/>
                  <a:pt x="364096" y="4539349"/>
                  <a:pt x="364096" y="6016124"/>
                </a:cubicBezTo>
                <a:lnTo>
                  <a:pt x="364096" y="6023364"/>
                </a:lnTo>
                <a:lnTo>
                  <a:pt x="1231541" y="6023364"/>
                </a:lnTo>
                <a:lnTo>
                  <a:pt x="1241636" y="5822974"/>
                </a:lnTo>
                <a:cubicBezTo>
                  <a:pt x="1336361" y="4887576"/>
                  <a:pt x="2077946" y="4138236"/>
                  <a:pt x="3012253" y="4042481"/>
                </a:cubicBezTo>
                <a:lnTo>
                  <a:pt x="3202545" y="4032784"/>
                </a:lnTo>
                <a:lnTo>
                  <a:pt x="3202545" y="4033098"/>
                </a:lnTo>
                <a:lnTo>
                  <a:pt x="3012291" y="4042794"/>
                </a:lnTo>
                <a:cubicBezTo>
                  <a:pt x="2078162" y="4138534"/>
                  <a:pt x="1336718" y="4887757"/>
                  <a:pt x="1242011" y="5823008"/>
                </a:cubicBezTo>
                <a:lnTo>
                  <a:pt x="1231918" y="6023365"/>
                </a:lnTo>
                <a:lnTo>
                  <a:pt x="3202545" y="6023365"/>
                </a:lnTo>
                <a:lnTo>
                  <a:pt x="3202545" y="6023366"/>
                </a:lnTo>
                <a:lnTo>
                  <a:pt x="0" y="6023366"/>
                </a:lnTo>
                <a:close/>
              </a:path>
            </a:pathLst>
          </a:custGeom>
          <a:solidFill>
            <a:schemeClr val="accent4"/>
          </a:solidFill>
        </p:spPr>
        <p:txBody>
          <a:bodyPr wrap="square">
            <a:noAutofit/>
          </a:bodyPr>
          <a:lstStyle>
            <a:lvl1pPr marL="0" indent="0">
              <a:buNone/>
              <a:defRPr sz="1800"/>
            </a:lvl1pPr>
          </a:lstStyle>
          <a:p>
            <a:pPr lvl="0"/>
            <a:r>
              <a:rPr lang="en-US" dirty="0"/>
              <a:t>Click to add picture</a:t>
            </a:r>
          </a:p>
        </p:txBody>
      </p:sp>
      <p:grpSp>
        <p:nvGrpSpPr>
          <p:cNvPr id="32" name="Group 31">
            <a:extLst>
              <a:ext uri="{FF2B5EF4-FFF2-40B4-BE49-F238E27FC236}">
                <a16:creationId xmlns:a16="http://schemas.microsoft.com/office/drawing/2014/main" id="{B9152F76-E42E-3D76-6BDB-2FA0D69216AD}"/>
              </a:ext>
              <a:ext uri="{C183D7F6-B498-43B3-948B-1728B52AA6E4}">
                <adec:decorative xmlns:adec="http://schemas.microsoft.com/office/drawing/2017/decorative" val="1"/>
              </a:ext>
            </a:extLst>
          </p:cNvPr>
          <p:cNvGrpSpPr/>
          <p:nvPr userDrawn="1"/>
        </p:nvGrpSpPr>
        <p:grpSpPr>
          <a:xfrm>
            <a:off x="9353550" y="4000041"/>
            <a:ext cx="2838450" cy="2857959"/>
            <a:chOff x="12797096" y="4000041"/>
            <a:chExt cx="2838450" cy="2857959"/>
          </a:xfrm>
        </p:grpSpPr>
        <p:sp>
          <p:nvSpPr>
            <p:cNvPr id="20" name="Freeform: Shape 28">
              <a:extLst>
                <a:ext uri="{FF2B5EF4-FFF2-40B4-BE49-F238E27FC236}">
                  <a16:creationId xmlns:a16="http://schemas.microsoft.com/office/drawing/2014/main" id="{ED0348C7-D83F-0AD7-2539-41219A795693}"/>
                </a:ext>
                <a:ext uri="{C183D7F6-B498-43B3-948B-1728B52AA6E4}">
                  <adec:decorative xmlns:adec="http://schemas.microsoft.com/office/drawing/2017/decorative" val="1"/>
                </a:ext>
              </a:extLst>
            </p:cNvPr>
            <p:cNvSpPr/>
            <p:nvPr userDrawn="1"/>
          </p:nvSpPr>
          <p:spPr>
            <a:xfrm rot="10800000">
              <a:off x="12797096" y="4000041"/>
              <a:ext cx="2838450" cy="2857958"/>
            </a:xfrm>
            <a:custGeom>
              <a:avLst/>
              <a:gdLst>
                <a:gd name="connsiteX0" fmla="*/ 1971005 w 2838450"/>
                <a:gd name="connsiteY0" fmla="*/ 0 h 2857958"/>
                <a:gd name="connsiteX1" fmla="*/ 2838450 w 2838450"/>
                <a:gd name="connsiteY1" fmla="*/ 0 h 2857958"/>
                <a:gd name="connsiteX2" fmla="*/ 2838450 w 2838450"/>
                <a:gd name="connsiteY2" fmla="*/ 7240 h 2857958"/>
                <a:gd name="connsiteX3" fmla="*/ 278890 w 2838450"/>
                <a:gd name="connsiteY3" fmla="*/ 2843883 h 2857958"/>
                <a:gd name="connsiteX4" fmla="*/ 0 w 2838450"/>
                <a:gd name="connsiteY4" fmla="*/ 2857958 h 2857958"/>
                <a:gd name="connsiteX5" fmla="*/ 0 w 2838450"/>
                <a:gd name="connsiteY5" fmla="*/ 1990580 h 2857958"/>
                <a:gd name="connsiteX6" fmla="*/ 190293 w 2838450"/>
                <a:gd name="connsiteY6" fmla="*/ 1980883 h 2857958"/>
                <a:gd name="connsiteX7" fmla="*/ 1960910 w 2838450"/>
                <a:gd name="connsiteY7" fmla="*/ 200390 h 2857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38450" h="2857958">
                  <a:moveTo>
                    <a:pt x="1971005" y="0"/>
                  </a:moveTo>
                  <a:lnTo>
                    <a:pt x="2838450" y="0"/>
                  </a:lnTo>
                  <a:lnTo>
                    <a:pt x="2838450" y="7240"/>
                  </a:lnTo>
                  <a:cubicBezTo>
                    <a:pt x="2838450" y="1484015"/>
                    <a:pt x="1716931" y="2697914"/>
                    <a:pt x="278890" y="2843883"/>
                  </a:cubicBezTo>
                  <a:lnTo>
                    <a:pt x="0" y="2857958"/>
                  </a:lnTo>
                  <a:lnTo>
                    <a:pt x="0" y="1990580"/>
                  </a:lnTo>
                  <a:lnTo>
                    <a:pt x="190293" y="1980883"/>
                  </a:lnTo>
                  <a:cubicBezTo>
                    <a:pt x="1124600" y="1885128"/>
                    <a:pt x="1866185" y="1135788"/>
                    <a:pt x="1960910" y="200390"/>
                  </a:cubicBez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21" name="Freeform: Shape 25">
              <a:extLst>
                <a:ext uri="{FF2B5EF4-FFF2-40B4-BE49-F238E27FC236}">
                  <a16:creationId xmlns:a16="http://schemas.microsoft.com/office/drawing/2014/main" id="{E911AA2D-BE77-278D-CD2E-2EB3E180F3B8}"/>
                </a:ext>
                <a:ext uri="{C183D7F6-B498-43B3-948B-1728B52AA6E4}">
                  <adec:decorative xmlns:adec="http://schemas.microsoft.com/office/drawing/2017/decorative" val="1"/>
                </a:ext>
              </a:extLst>
            </p:cNvPr>
            <p:cNvSpPr/>
            <p:nvPr userDrawn="1"/>
          </p:nvSpPr>
          <p:spPr>
            <a:xfrm rot="10800000">
              <a:off x="13664918" y="4867733"/>
              <a:ext cx="1970627" cy="1990267"/>
            </a:xfrm>
            <a:custGeom>
              <a:avLst/>
              <a:gdLst>
                <a:gd name="connsiteX0" fmla="*/ 0 w 1970627"/>
                <a:gd name="connsiteY0" fmla="*/ 0 h 1990267"/>
                <a:gd name="connsiteX1" fmla="*/ 1970627 w 1970627"/>
                <a:gd name="connsiteY1" fmla="*/ 0 h 1990267"/>
                <a:gd name="connsiteX2" fmla="*/ 1960534 w 1970627"/>
                <a:gd name="connsiteY2" fmla="*/ 200357 h 1990267"/>
                <a:gd name="connsiteX3" fmla="*/ 190254 w 1970627"/>
                <a:gd name="connsiteY3" fmla="*/ 1980571 h 1990267"/>
                <a:gd name="connsiteX4" fmla="*/ 0 w 1970627"/>
                <a:gd name="connsiteY4" fmla="*/ 1990267 h 19902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70627" h="1990267">
                  <a:moveTo>
                    <a:pt x="0" y="0"/>
                  </a:moveTo>
                  <a:lnTo>
                    <a:pt x="1970627" y="0"/>
                  </a:lnTo>
                  <a:lnTo>
                    <a:pt x="1960534" y="200357"/>
                  </a:lnTo>
                  <a:cubicBezTo>
                    <a:pt x="1865827" y="1135608"/>
                    <a:pt x="1124383" y="1884831"/>
                    <a:pt x="190254" y="1980571"/>
                  </a:cubicBezTo>
                  <a:lnTo>
                    <a:pt x="0" y="1990267"/>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2" name="Freeform: Shape 15">
              <a:extLst>
                <a:ext uri="{FF2B5EF4-FFF2-40B4-BE49-F238E27FC236}">
                  <a16:creationId xmlns:a16="http://schemas.microsoft.com/office/drawing/2014/main" id="{B6CE0BA6-C0FD-AC39-6C31-8477E0CAFDB0}"/>
                </a:ext>
                <a:ext uri="{C183D7F6-B498-43B3-948B-1728B52AA6E4}">
                  <adec:decorative xmlns:adec="http://schemas.microsoft.com/office/drawing/2017/decorative" val="1"/>
                </a:ext>
              </a:extLst>
            </p:cNvPr>
            <p:cNvSpPr/>
            <p:nvPr userDrawn="1"/>
          </p:nvSpPr>
          <p:spPr>
            <a:xfrm rot="10800000">
              <a:off x="14632096" y="5844983"/>
              <a:ext cx="1003449" cy="1013015"/>
            </a:xfrm>
            <a:custGeom>
              <a:avLst/>
              <a:gdLst>
                <a:gd name="connsiteX0" fmla="*/ 0 w 1003449"/>
                <a:gd name="connsiteY0" fmla="*/ 0 h 1013015"/>
                <a:gd name="connsiteX1" fmla="*/ 1003449 w 1003449"/>
                <a:gd name="connsiteY1" fmla="*/ 0 h 1013015"/>
                <a:gd name="connsiteX2" fmla="*/ 998306 w 1003449"/>
                <a:gd name="connsiteY2" fmla="*/ 100639 h 1013015"/>
                <a:gd name="connsiteX3" fmla="*/ 90663 w 1003449"/>
                <a:gd name="connsiteY3" fmla="*/ 1008380 h 1013015"/>
                <a:gd name="connsiteX4" fmla="*/ 0 w 1003449"/>
                <a:gd name="connsiteY4" fmla="*/ 1013015 h 1013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449" h="1013015">
                  <a:moveTo>
                    <a:pt x="0" y="0"/>
                  </a:moveTo>
                  <a:lnTo>
                    <a:pt x="1003449" y="0"/>
                  </a:lnTo>
                  <a:lnTo>
                    <a:pt x="998306" y="100639"/>
                  </a:lnTo>
                  <a:cubicBezTo>
                    <a:pt x="949402" y="576784"/>
                    <a:pt x="566756" y="959471"/>
                    <a:pt x="90663" y="1008380"/>
                  </a:cubicBezTo>
                  <a:lnTo>
                    <a:pt x="0" y="1013015"/>
                  </a:lnTo>
                  <a:close/>
                </a:path>
              </a:pathLst>
            </a:custGeom>
            <a:solidFill>
              <a:schemeClr val="bg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3" name="Image 2">
              <a:extLst>
                <a:ext uri="{FF2B5EF4-FFF2-40B4-BE49-F238E27FC236}">
                  <a16:creationId xmlns:a16="http://schemas.microsoft.com/office/drawing/2014/main" id="{666AD1A4-36DE-12F3-BB78-BA678A59572C}"/>
                </a:ext>
                <a:ext uri="{C183D7F6-B498-43B3-948B-1728B52AA6E4}">
                  <adec:decorative xmlns:adec="http://schemas.microsoft.com/office/drawing/2017/decorative" val="1"/>
                </a:ext>
              </a:extLst>
            </p:cNvPr>
            <p:cNvSpPr/>
            <p:nvPr userDrawn="1"/>
          </p:nvSpPr>
          <p:spPr>
            <a:xfrm rot="10800000">
              <a:off x="13402193" y="5492845"/>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grpSp>
      <p:sp>
        <p:nvSpPr>
          <p:cNvPr id="44" name="Slide Number Placeholder 2">
            <a:extLst>
              <a:ext uri="{FF2B5EF4-FFF2-40B4-BE49-F238E27FC236}">
                <a16:creationId xmlns:a16="http://schemas.microsoft.com/office/drawing/2014/main" id="{79071EEC-EAD1-8B22-009A-68E74589AA8D}"/>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31836204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ummary 2">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28259CF0-6BC5-3693-6F49-C4489C07C317}"/>
              </a:ext>
              <a:ext uri="{C183D7F6-B498-43B3-948B-1728B52AA6E4}">
                <adec:decorative xmlns:adec="http://schemas.microsoft.com/office/drawing/2017/decorative" val="1"/>
              </a:ext>
            </a:extLst>
          </p:cNvPr>
          <p:cNvSpPr/>
          <p:nvPr/>
        </p:nvSpPr>
        <p:spPr>
          <a:xfrm>
            <a:off x="8989454" y="-2546"/>
            <a:ext cx="3202546" cy="3441072"/>
          </a:xfrm>
          <a:custGeom>
            <a:avLst/>
            <a:gdLst>
              <a:gd name="connsiteX0" fmla="*/ 3202546 w 3202546"/>
              <a:gd name="connsiteY0" fmla="*/ 0 h 3441072"/>
              <a:gd name="connsiteX1" fmla="*/ 3202546 w 3202546"/>
              <a:gd name="connsiteY1" fmla="*/ 3441072 h 3441072"/>
              <a:gd name="connsiteX2" fmla="*/ 0 w 3202546"/>
              <a:gd name="connsiteY2" fmla="*/ 3441072 h 3441072"/>
              <a:gd name="connsiteX3" fmla="*/ 3082686 w 3202546"/>
              <a:gd name="connsiteY3" fmla="*/ 6086 h 3441072"/>
            </a:gdLst>
            <a:ahLst/>
            <a:cxnLst>
              <a:cxn ang="0">
                <a:pos x="connsiteX0" y="connsiteY0"/>
              </a:cxn>
              <a:cxn ang="0">
                <a:pos x="connsiteX1" y="connsiteY1"/>
              </a:cxn>
              <a:cxn ang="0">
                <a:pos x="connsiteX2" y="connsiteY2"/>
              </a:cxn>
              <a:cxn ang="0">
                <a:pos x="connsiteX3" y="connsiteY3"/>
              </a:cxn>
            </a:cxnLst>
            <a:rect l="l" t="t" r="r" b="b"/>
            <a:pathLst>
              <a:path w="3202546" h="3441072">
                <a:moveTo>
                  <a:pt x="3202546" y="0"/>
                </a:moveTo>
                <a:lnTo>
                  <a:pt x="3202546" y="3441072"/>
                </a:lnTo>
                <a:lnTo>
                  <a:pt x="0" y="3441072"/>
                </a:lnTo>
                <a:cubicBezTo>
                  <a:pt x="0" y="1653352"/>
                  <a:pt x="1351216" y="182908"/>
                  <a:pt x="3082686" y="6086"/>
                </a:cubicBezTo>
                <a:close/>
              </a:path>
            </a:pathLst>
          </a:custGeom>
          <a:solidFill>
            <a:schemeClr val="accent1"/>
          </a:solidFill>
          <a:ln w="4756" cap="flat">
            <a:noFill/>
            <a:prstDash val="solid"/>
            <a:miter/>
          </a:ln>
        </p:spPr>
        <p:txBody>
          <a:bodyPr wrap="square" rtlCol="0" anchor="ctr">
            <a:noAutofit/>
          </a:bodyPr>
          <a:lstStyle/>
          <a:p>
            <a:endParaRPr lang="en-US" dirty="0"/>
          </a:p>
        </p:txBody>
      </p:sp>
      <p:sp>
        <p:nvSpPr>
          <p:cNvPr id="26" name="Image 4">
            <a:extLst>
              <a:ext uri="{FF2B5EF4-FFF2-40B4-BE49-F238E27FC236}">
                <a16:creationId xmlns:a16="http://schemas.microsoft.com/office/drawing/2014/main" id="{9019DA73-2516-F3D2-ECDB-620C90483DB3}"/>
              </a:ext>
              <a:ext uri="{C183D7F6-B498-43B3-948B-1728B52AA6E4}">
                <adec:decorative xmlns:adec="http://schemas.microsoft.com/office/drawing/2017/decorative" val="1"/>
              </a:ext>
            </a:extLst>
          </p:cNvPr>
          <p:cNvSpPr/>
          <p:nvPr/>
        </p:nvSpPr>
        <p:spPr>
          <a:xfrm flipV="1">
            <a:off x="9991725" y="1247775"/>
            <a:ext cx="2200275" cy="2181225"/>
          </a:xfrm>
          <a:custGeom>
            <a:avLst/>
            <a:gdLst>
              <a:gd name="connsiteX0" fmla="*/ 0 w 2200275"/>
              <a:gd name="connsiteY0" fmla="*/ 0 h 2181225"/>
              <a:gd name="connsiteX1" fmla="*/ 2200275 w 2200275"/>
              <a:gd name="connsiteY1" fmla="*/ 2181225 h 2181225"/>
              <a:gd name="connsiteX2" fmla="*/ 2200275 w 2200275"/>
              <a:gd name="connsiteY2" fmla="*/ 0 h 2181225"/>
              <a:gd name="connsiteX3" fmla="*/ 0 w 2200275"/>
              <a:gd name="connsiteY3" fmla="*/ 0 h 2181225"/>
            </a:gdLst>
            <a:ahLst/>
            <a:cxnLst>
              <a:cxn ang="0">
                <a:pos x="connsiteX0" y="connsiteY0"/>
              </a:cxn>
              <a:cxn ang="0">
                <a:pos x="connsiteX1" y="connsiteY1"/>
              </a:cxn>
              <a:cxn ang="0">
                <a:pos x="connsiteX2" y="connsiteY2"/>
              </a:cxn>
              <a:cxn ang="0">
                <a:pos x="connsiteX3" y="connsiteY3"/>
              </a:cxn>
            </a:cxnLst>
            <a:rect l="l" t="t" r="r" b="b"/>
            <a:pathLst>
              <a:path w="2200275" h="2181225">
                <a:moveTo>
                  <a:pt x="0" y="0"/>
                </a:moveTo>
                <a:cubicBezTo>
                  <a:pt x="0" y="1204689"/>
                  <a:pt x="985061" y="2181225"/>
                  <a:pt x="2200275" y="2181225"/>
                </a:cubicBezTo>
                <a:lnTo>
                  <a:pt x="2200275" y="0"/>
                </a:lnTo>
                <a:lnTo>
                  <a:pt x="0" y="0"/>
                </a:lnTo>
                <a:close/>
              </a:path>
            </a:pathLst>
          </a:custGeom>
          <a:solidFill>
            <a:schemeClr val="accent4"/>
          </a:solidFill>
          <a:ln w="4763" cap="flat">
            <a:noFill/>
            <a:prstDash val="solid"/>
            <a:miter/>
          </a:ln>
        </p:spPr>
        <p:txBody>
          <a:bodyPr rtlCol="0" anchor="ctr"/>
          <a:lstStyle/>
          <a:p>
            <a:endParaRPr lang="en-US" dirty="0"/>
          </a:p>
        </p:txBody>
      </p:sp>
      <p:sp>
        <p:nvSpPr>
          <p:cNvPr id="14" name="Freeform 13">
            <a:extLst>
              <a:ext uri="{FF2B5EF4-FFF2-40B4-BE49-F238E27FC236}">
                <a16:creationId xmlns:a16="http://schemas.microsoft.com/office/drawing/2014/main" id="{5665DA82-D253-8EC5-5DFB-F0266ED9FBB4}"/>
              </a:ext>
              <a:ext uri="{C183D7F6-B498-43B3-948B-1728B52AA6E4}">
                <adec:decorative xmlns:adec="http://schemas.microsoft.com/office/drawing/2017/decorative" val="1"/>
              </a:ext>
            </a:extLst>
          </p:cNvPr>
          <p:cNvSpPr/>
          <p:nvPr/>
        </p:nvSpPr>
        <p:spPr>
          <a:xfrm flipV="1">
            <a:off x="-20086" y="5331514"/>
            <a:ext cx="2148416" cy="1526486"/>
          </a:xfrm>
          <a:custGeom>
            <a:avLst/>
            <a:gdLst>
              <a:gd name="connsiteX0" fmla="*/ 0 w 2148416"/>
              <a:gd name="connsiteY0" fmla="*/ 1526486 h 1526486"/>
              <a:gd name="connsiteX1" fmla="*/ 2098930 w 2148416"/>
              <a:gd name="connsiteY1" fmla="*/ 135201 h 1526486"/>
              <a:gd name="connsiteX2" fmla="*/ 2148416 w 2148416"/>
              <a:gd name="connsiteY2" fmla="*/ 0 h 1526486"/>
              <a:gd name="connsiteX3" fmla="*/ 0 w 2148416"/>
              <a:gd name="connsiteY3" fmla="*/ 0 h 1526486"/>
            </a:gdLst>
            <a:ahLst/>
            <a:cxnLst>
              <a:cxn ang="0">
                <a:pos x="connsiteX0" y="connsiteY0"/>
              </a:cxn>
              <a:cxn ang="0">
                <a:pos x="connsiteX1" y="connsiteY1"/>
              </a:cxn>
              <a:cxn ang="0">
                <a:pos x="connsiteX2" y="connsiteY2"/>
              </a:cxn>
              <a:cxn ang="0">
                <a:pos x="connsiteX3" y="connsiteY3"/>
              </a:cxn>
            </a:cxnLst>
            <a:rect l="l" t="t" r="r" b="b"/>
            <a:pathLst>
              <a:path w="2148416" h="1526486">
                <a:moveTo>
                  <a:pt x="0" y="1526486"/>
                </a:moveTo>
                <a:cubicBezTo>
                  <a:pt x="943526" y="1526486"/>
                  <a:pt x="1753109" y="952785"/>
                  <a:pt x="2098930" y="135201"/>
                </a:cubicBezTo>
                <a:lnTo>
                  <a:pt x="2148416" y="0"/>
                </a:lnTo>
                <a:lnTo>
                  <a:pt x="0" y="0"/>
                </a:lnTo>
                <a:close/>
              </a:path>
            </a:pathLst>
          </a:custGeom>
          <a:solidFill>
            <a:schemeClr val="accent4">
              <a:alpha val="50000"/>
            </a:schemeClr>
          </a:solidFill>
          <a:ln w="5083" cap="flat">
            <a:noFill/>
            <a:prstDash val="solid"/>
            <a:miter/>
          </a:ln>
        </p:spPr>
        <p:txBody>
          <a:bodyPr wrap="square" rtlCol="0" anchor="ctr">
            <a:noAutofit/>
          </a:bodyPr>
          <a:lstStyle/>
          <a:p>
            <a:endParaRPr lang="en-US" dirty="0"/>
          </a:p>
        </p:txBody>
      </p:sp>
      <p:pic>
        <p:nvPicPr>
          <p:cNvPr id="21" name="Image 2">
            <a:extLst>
              <a:ext uri="{FF2B5EF4-FFF2-40B4-BE49-F238E27FC236}">
                <a16:creationId xmlns:a16="http://schemas.microsoft.com/office/drawing/2014/main" id="{A8B7F1F1-806C-8D65-7340-220A0C4653C8}"/>
              </a:ext>
              <a:ext uri="{C183D7F6-B498-43B3-948B-1728B52AA6E4}">
                <adec:decorative xmlns:adec="http://schemas.microsoft.com/office/drawing/2017/decorative" val="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p:blipFill>
        <p:spPr>
          <a:xfrm rot="5400000">
            <a:off x="9991886" y="1247775"/>
            <a:ext cx="2200114" cy="2200114"/>
          </a:xfrm>
          <a:prstGeom prst="rect">
            <a:avLst/>
          </a:prstGeom>
        </p:spPr>
      </p:pic>
      <p:sp>
        <p:nvSpPr>
          <p:cNvPr id="12" name="Freeform 11">
            <a:extLst>
              <a:ext uri="{FF2B5EF4-FFF2-40B4-BE49-F238E27FC236}">
                <a16:creationId xmlns:a16="http://schemas.microsoft.com/office/drawing/2014/main" id="{E76518D4-6149-BA03-3BE5-6A13A792C115}"/>
              </a:ext>
              <a:ext uri="{C183D7F6-B498-43B3-948B-1728B52AA6E4}">
                <adec:decorative xmlns:adec="http://schemas.microsoft.com/office/drawing/2017/decorative" val="1"/>
              </a:ext>
            </a:extLst>
          </p:cNvPr>
          <p:cNvSpPr/>
          <p:nvPr/>
        </p:nvSpPr>
        <p:spPr>
          <a:xfrm>
            <a:off x="1540428" y="6470488"/>
            <a:ext cx="775021" cy="387513"/>
          </a:xfrm>
          <a:custGeom>
            <a:avLst/>
            <a:gdLst>
              <a:gd name="connsiteX0" fmla="*/ 387511 w 775021"/>
              <a:gd name="connsiteY0" fmla="*/ 0 h 387513"/>
              <a:gd name="connsiteX1" fmla="*/ 775021 w 775021"/>
              <a:gd name="connsiteY1" fmla="*/ 387511 h 387513"/>
              <a:gd name="connsiteX2" fmla="*/ 775021 w 775021"/>
              <a:gd name="connsiteY2" fmla="*/ 387513 h 387513"/>
              <a:gd name="connsiteX3" fmla="*/ 1 w 775021"/>
              <a:gd name="connsiteY3" fmla="*/ 387513 h 387513"/>
              <a:gd name="connsiteX4" fmla="*/ 0 w 775021"/>
              <a:gd name="connsiteY4" fmla="*/ 387511 h 387513"/>
              <a:gd name="connsiteX5" fmla="*/ 387511 w 775021"/>
              <a:gd name="connsiteY5" fmla="*/ 0 h 3875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5021" h="387513">
                <a:moveTo>
                  <a:pt x="387511" y="0"/>
                </a:moveTo>
                <a:cubicBezTo>
                  <a:pt x="601527" y="0"/>
                  <a:pt x="775021" y="173494"/>
                  <a:pt x="775021" y="387511"/>
                </a:cubicBezTo>
                <a:lnTo>
                  <a:pt x="775021" y="387513"/>
                </a:lnTo>
                <a:lnTo>
                  <a:pt x="1" y="387513"/>
                </a:lnTo>
                <a:lnTo>
                  <a:pt x="0" y="387511"/>
                </a:lnTo>
                <a:cubicBezTo>
                  <a:pt x="0" y="173494"/>
                  <a:pt x="173494" y="0"/>
                  <a:pt x="387511" y="0"/>
                </a:cubicBezTo>
                <a:close/>
              </a:path>
            </a:pathLst>
          </a:custGeom>
          <a:solidFill>
            <a:schemeClr val="accent6"/>
          </a:solidFill>
          <a:ln w="3801" cap="flat">
            <a:noFill/>
            <a:prstDash val="solid"/>
            <a:miter/>
          </a:ln>
        </p:spPr>
        <p:txBody>
          <a:bodyPr wrap="square" rtlCol="0" anchor="ctr">
            <a:noAutofit/>
          </a:bodyPr>
          <a:lstStyle/>
          <a:p>
            <a:endParaRPr lang="en-US" dirty="0"/>
          </a:p>
        </p:txBody>
      </p:sp>
      <p:sp>
        <p:nvSpPr>
          <p:cNvPr id="2" name="Title 1"/>
          <p:cNvSpPr>
            <a:spLocks noGrp="1"/>
          </p:cNvSpPr>
          <p:nvPr>
            <p:ph type="title"/>
          </p:nvPr>
        </p:nvSpPr>
        <p:spPr>
          <a:xfrm>
            <a:off x="914400" y="1057274"/>
            <a:ext cx="7843837" cy="1012782"/>
          </a:xfrm>
        </p:spPr>
        <p:txBody>
          <a:bodyPr tIns="0" bIns="0">
            <a:noAutofit/>
          </a:bodyPr>
          <a:lstStyle>
            <a:lvl1pPr algn="l">
              <a:lnSpc>
                <a:spcPct val="100000"/>
              </a:lnSpc>
              <a:defRPr sz="3600" b="1"/>
            </a:lvl1pPr>
          </a:lstStyle>
          <a:p>
            <a:r>
              <a:rPr lang="en-US"/>
              <a:t>Click to edit Master title style</a:t>
            </a:r>
            <a:endParaRPr lang="en-US" dirty="0"/>
          </a:p>
        </p:txBody>
      </p:sp>
      <p:sp>
        <p:nvSpPr>
          <p:cNvPr id="30" name="Content Placeholder 2">
            <a:extLst>
              <a:ext uri="{FF2B5EF4-FFF2-40B4-BE49-F238E27FC236}">
                <a16:creationId xmlns:a16="http://schemas.microsoft.com/office/drawing/2014/main" id="{58F56A7F-403C-059D-4B58-A8D59888A158}"/>
              </a:ext>
            </a:extLst>
          </p:cNvPr>
          <p:cNvSpPr>
            <a:spLocks noGrp="1"/>
          </p:cNvSpPr>
          <p:nvPr>
            <p:ph idx="13" hasCustomPrompt="1"/>
          </p:nvPr>
        </p:nvSpPr>
        <p:spPr>
          <a:xfrm>
            <a:off x="914400" y="2331791"/>
            <a:ext cx="6903076" cy="3721817"/>
          </a:xfrm>
        </p:spPr>
        <p:txBody>
          <a:bodyPr tIns="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
        <p:nvSpPr>
          <p:cNvPr id="10" name="Picture Placeholder 9">
            <a:extLst>
              <a:ext uri="{FF2B5EF4-FFF2-40B4-BE49-F238E27FC236}">
                <a16:creationId xmlns:a16="http://schemas.microsoft.com/office/drawing/2014/main" id="{0723BF40-731C-2A5B-FC2F-B59DEF431C66}"/>
              </a:ext>
            </a:extLst>
          </p:cNvPr>
          <p:cNvSpPr>
            <a:spLocks noGrp="1"/>
          </p:cNvSpPr>
          <p:nvPr>
            <p:ph type="pic" sz="quarter" idx="14"/>
          </p:nvPr>
        </p:nvSpPr>
        <p:spPr>
          <a:xfrm>
            <a:off x="8989454" y="3405189"/>
            <a:ext cx="3202546" cy="3452811"/>
          </a:xfrm>
          <a:solidFill>
            <a:schemeClr val="accent1"/>
          </a:solidFill>
        </p:spPr>
        <p:txBody>
          <a:bodyPr>
            <a:normAutofit/>
          </a:bodyPr>
          <a:lstStyle>
            <a:lvl1pPr marL="0" indent="0">
              <a:buNone/>
              <a:defRPr sz="1800"/>
            </a:lvl1pPr>
          </a:lstStyle>
          <a:p>
            <a:r>
              <a:rPr lang="en-US"/>
              <a:t>Click icon to add picture</a:t>
            </a:r>
            <a:endParaRPr lang="en-US" dirty="0"/>
          </a:p>
        </p:txBody>
      </p:sp>
      <p:sp>
        <p:nvSpPr>
          <p:cNvPr id="20" name="Slide Number Placeholder 2">
            <a:extLst>
              <a:ext uri="{FF2B5EF4-FFF2-40B4-BE49-F238E27FC236}">
                <a16:creationId xmlns:a16="http://schemas.microsoft.com/office/drawing/2014/main" id="{3ACD3A33-D8A4-7058-9798-30967E3EFD39}"/>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2071045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meline 3">
    <p:spTree>
      <p:nvGrpSpPr>
        <p:cNvPr id="1" name=""/>
        <p:cNvGrpSpPr/>
        <p:nvPr/>
      </p:nvGrpSpPr>
      <p:grpSpPr>
        <a:xfrm>
          <a:off x="0" y="0"/>
          <a:ext cx="0" cy="0"/>
          <a:chOff x="0" y="0"/>
          <a:chExt cx="0" cy="0"/>
        </a:xfrm>
      </p:grpSpPr>
      <p:sp>
        <p:nvSpPr>
          <p:cNvPr id="12" name="Freeform 11">
            <a:extLst>
              <a:ext uri="{FF2B5EF4-FFF2-40B4-BE49-F238E27FC236}">
                <a16:creationId xmlns:a16="http://schemas.microsoft.com/office/drawing/2014/main" id="{D014917C-8694-B4A4-A211-0F31F00E247E}"/>
              </a:ext>
              <a:ext uri="{C183D7F6-B498-43B3-948B-1728B52AA6E4}">
                <adec:decorative xmlns:adec="http://schemas.microsoft.com/office/drawing/2017/decorative" val="1"/>
              </a:ext>
            </a:extLst>
          </p:cNvPr>
          <p:cNvSpPr/>
          <p:nvPr userDrawn="1"/>
        </p:nvSpPr>
        <p:spPr>
          <a:xfrm>
            <a:off x="1" y="0"/>
            <a:ext cx="1550562" cy="2545382"/>
          </a:xfrm>
          <a:custGeom>
            <a:avLst/>
            <a:gdLst>
              <a:gd name="connsiteX0" fmla="*/ 683117 w 1550562"/>
              <a:gd name="connsiteY0" fmla="*/ 0 h 2545382"/>
              <a:gd name="connsiteX1" fmla="*/ 1550562 w 1550562"/>
              <a:gd name="connsiteY1" fmla="*/ 0 h 2545382"/>
              <a:gd name="connsiteX2" fmla="*/ 1550562 w 1550562"/>
              <a:gd name="connsiteY2" fmla="*/ 7240 h 2545382"/>
              <a:gd name="connsiteX3" fmla="*/ 221868 w 1550562"/>
              <a:gd name="connsiteY3" fmla="*/ 2418735 h 2545382"/>
              <a:gd name="connsiteX4" fmla="*/ 0 w 1550562"/>
              <a:gd name="connsiteY4" fmla="*/ 2545382 h 2545382"/>
              <a:gd name="connsiteX5" fmla="*/ 0 w 1550562"/>
              <a:gd name="connsiteY5" fmla="*/ 1500516 h 2545382"/>
              <a:gd name="connsiteX6" fmla="*/ 102557 w 1550562"/>
              <a:gd name="connsiteY6" fmla="*/ 1405503 h 2545382"/>
              <a:gd name="connsiteX7" fmla="*/ 673022 w 1550562"/>
              <a:gd name="connsiteY7" fmla="*/ 200390 h 25453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50562" h="2545382">
                <a:moveTo>
                  <a:pt x="683117" y="0"/>
                </a:moveTo>
                <a:lnTo>
                  <a:pt x="1550562" y="0"/>
                </a:lnTo>
                <a:lnTo>
                  <a:pt x="1550562" y="7240"/>
                </a:lnTo>
                <a:cubicBezTo>
                  <a:pt x="1550562" y="1022523"/>
                  <a:pt x="1020469" y="1913556"/>
                  <a:pt x="221868" y="2418735"/>
                </a:cubicBezTo>
                <a:lnTo>
                  <a:pt x="0" y="2545382"/>
                </a:lnTo>
                <a:lnTo>
                  <a:pt x="0" y="1500516"/>
                </a:lnTo>
                <a:lnTo>
                  <a:pt x="102557" y="1405503"/>
                </a:lnTo>
                <a:cubicBezTo>
                  <a:pt x="416582" y="1089274"/>
                  <a:pt x="625660" y="668089"/>
                  <a:pt x="673022" y="200390"/>
                </a:cubicBez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10" name="Freeform 9">
            <a:extLst>
              <a:ext uri="{FF2B5EF4-FFF2-40B4-BE49-F238E27FC236}">
                <a16:creationId xmlns:a16="http://schemas.microsoft.com/office/drawing/2014/main" id="{A7DB6972-BB75-254A-BA88-C0C3E6E93BDB}"/>
              </a:ext>
              <a:ext uri="{C183D7F6-B498-43B3-948B-1728B52AA6E4}">
                <adec:decorative xmlns:adec="http://schemas.microsoft.com/office/drawing/2017/decorative" val="1"/>
              </a:ext>
            </a:extLst>
          </p:cNvPr>
          <p:cNvSpPr/>
          <p:nvPr userDrawn="1"/>
        </p:nvSpPr>
        <p:spPr>
          <a:xfrm>
            <a:off x="1" y="-1"/>
            <a:ext cx="682740" cy="1500050"/>
          </a:xfrm>
          <a:custGeom>
            <a:avLst/>
            <a:gdLst>
              <a:gd name="connsiteX0" fmla="*/ 0 w 682740"/>
              <a:gd name="connsiteY0" fmla="*/ 0 h 1500050"/>
              <a:gd name="connsiteX1" fmla="*/ 682740 w 682740"/>
              <a:gd name="connsiteY1" fmla="*/ 0 h 1500050"/>
              <a:gd name="connsiteX2" fmla="*/ 672647 w 682740"/>
              <a:gd name="connsiteY2" fmla="*/ 200357 h 1500050"/>
              <a:gd name="connsiteX3" fmla="*/ 102290 w 682740"/>
              <a:gd name="connsiteY3" fmla="*/ 1405281 h 1500050"/>
              <a:gd name="connsiteX4" fmla="*/ 0 w 682740"/>
              <a:gd name="connsiteY4" fmla="*/ 1500050 h 1500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2740" h="1500050">
                <a:moveTo>
                  <a:pt x="0" y="0"/>
                </a:moveTo>
                <a:lnTo>
                  <a:pt x="682740" y="0"/>
                </a:lnTo>
                <a:lnTo>
                  <a:pt x="672647" y="200357"/>
                </a:lnTo>
                <a:cubicBezTo>
                  <a:pt x="625294" y="667983"/>
                  <a:pt x="416256" y="1089101"/>
                  <a:pt x="102290" y="1405281"/>
                </a:cubicBezTo>
                <a:lnTo>
                  <a:pt x="0" y="1500050"/>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30" name="Image 2">
            <a:extLst>
              <a:ext uri="{FF2B5EF4-FFF2-40B4-BE49-F238E27FC236}">
                <a16:creationId xmlns:a16="http://schemas.microsoft.com/office/drawing/2014/main" id="{790E862E-398F-571C-EC2C-3D17164DE059}"/>
              </a:ext>
              <a:ext uri="{C183D7F6-B498-43B3-948B-1728B52AA6E4}">
                <adec:decorative xmlns:adec="http://schemas.microsoft.com/office/drawing/2017/decorative" val="1"/>
              </a:ext>
            </a:extLst>
          </p:cNvPr>
          <p:cNvSpPr/>
          <p:nvPr/>
        </p:nvSpPr>
        <p:spPr>
          <a:xfrm>
            <a:off x="170445" y="314191"/>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sp>
        <p:nvSpPr>
          <p:cNvPr id="6" name="Title 1">
            <a:extLst>
              <a:ext uri="{FF2B5EF4-FFF2-40B4-BE49-F238E27FC236}">
                <a16:creationId xmlns:a16="http://schemas.microsoft.com/office/drawing/2014/main" id="{1C975BF2-D657-C309-269D-B8D006263130}"/>
              </a:ext>
            </a:extLst>
          </p:cNvPr>
          <p:cNvSpPr>
            <a:spLocks noGrp="1"/>
          </p:cNvSpPr>
          <p:nvPr>
            <p:ph type="title" hasCustomPrompt="1"/>
          </p:nvPr>
        </p:nvSpPr>
        <p:spPr>
          <a:xfrm>
            <a:off x="1550563" y="1089213"/>
            <a:ext cx="9879437" cy="980844"/>
          </a:xfrm>
        </p:spPr>
        <p:txBody>
          <a:bodyPr tIns="0" bIns="0"/>
          <a:lstStyle>
            <a:lvl1pPr algn="l">
              <a:lnSpc>
                <a:spcPct val="100000"/>
              </a:lnSpc>
              <a:defRPr sz="3600">
                <a:solidFill>
                  <a:schemeClr val="accent6"/>
                </a:solidFill>
              </a:defRPr>
            </a:lvl1pPr>
          </a:lstStyle>
          <a:p>
            <a:r>
              <a:rPr lang="en-US" dirty="0"/>
              <a:t>Click to add title</a:t>
            </a:r>
          </a:p>
        </p:txBody>
      </p:sp>
      <p:sp>
        <p:nvSpPr>
          <p:cNvPr id="4" name="Text Placeholder 54">
            <a:extLst>
              <a:ext uri="{FF2B5EF4-FFF2-40B4-BE49-F238E27FC236}">
                <a16:creationId xmlns:a16="http://schemas.microsoft.com/office/drawing/2014/main" id="{A0AEB4DF-13C8-8171-2BDB-FD1AD542E783}"/>
              </a:ext>
            </a:extLst>
          </p:cNvPr>
          <p:cNvSpPr>
            <a:spLocks noGrp="1"/>
          </p:cNvSpPr>
          <p:nvPr>
            <p:ph type="body" sz="quarter" idx="13" hasCustomPrompt="1"/>
          </p:nvPr>
        </p:nvSpPr>
        <p:spPr>
          <a:xfrm>
            <a:off x="1550564" y="2331958"/>
            <a:ext cx="2975217" cy="3704266"/>
          </a:xfrm>
        </p:spPr>
        <p:txBody>
          <a:bodyPr lIns="91440" tIns="0" rIns="91440" bIns="0" anchor="t" anchorCtr="0">
            <a:noAutofit/>
          </a:bodyPr>
          <a:lstStyle>
            <a:lvl1pPr marL="0" indent="0">
              <a:lnSpc>
                <a:spcPct val="100000"/>
              </a:lnSpc>
              <a:spcBef>
                <a:spcPts val="0"/>
              </a:spcBef>
              <a:spcAft>
                <a:spcPts val="1200"/>
              </a:spcAft>
              <a:buFont typeface="Arial" panose="020B0604020202020204" pitchFamily="34" charset="0"/>
              <a:buNone/>
              <a:defRPr sz="1800"/>
            </a:lvl1pPr>
          </a:lstStyle>
          <a:p>
            <a:r>
              <a:rPr lang="en-US" dirty="0"/>
              <a:t>Click to add subtitle</a:t>
            </a:r>
          </a:p>
        </p:txBody>
      </p:sp>
      <p:sp>
        <p:nvSpPr>
          <p:cNvPr id="9" name="Content Placeholder 2">
            <a:extLst>
              <a:ext uri="{FF2B5EF4-FFF2-40B4-BE49-F238E27FC236}">
                <a16:creationId xmlns:a16="http://schemas.microsoft.com/office/drawing/2014/main" id="{42134EBA-AF32-9F8A-370F-0D3E842F0397}"/>
              </a:ext>
            </a:extLst>
          </p:cNvPr>
          <p:cNvSpPr>
            <a:spLocks noGrp="1"/>
          </p:cNvSpPr>
          <p:nvPr>
            <p:ph sz="half" idx="1" hasCustomPrompt="1"/>
          </p:nvPr>
        </p:nvSpPr>
        <p:spPr>
          <a:xfrm>
            <a:off x="5087154" y="2331791"/>
            <a:ext cx="6345893" cy="3721817"/>
          </a:xfrm>
        </p:spPr>
        <p:txBody>
          <a:bodyPr lIns="91440" rIns="91440">
            <a:normAutofit/>
          </a:bodyPr>
          <a:lstStyle>
            <a:lvl1pPr>
              <a:defRPr sz="1800"/>
            </a:lvl1pPr>
            <a:lvl2pPr>
              <a:defRPr sz="1800"/>
            </a:lvl2pPr>
            <a:lvl3pPr>
              <a:defRPr sz="1800"/>
            </a:lvl3pPr>
            <a:lvl4pPr>
              <a:defRPr sz="1800"/>
            </a:lvl4pPr>
            <a:lvl5pPr>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0" name="Slide Number Placeholder 2">
            <a:extLst>
              <a:ext uri="{FF2B5EF4-FFF2-40B4-BE49-F238E27FC236}">
                <a16:creationId xmlns:a16="http://schemas.microsoft.com/office/drawing/2014/main" id="{AE99A73D-155B-A133-9671-506F54A0559A}"/>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2039588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ummary 3">
    <p:spTree>
      <p:nvGrpSpPr>
        <p:cNvPr id="1" name=""/>
        <p:cNvGrpSpPr/>
        <p:nvPr/>
      </p:nvGrpSpPr>
      <p:grpSpPr>
        <a:xfrm>
          <a:off x="0" y="0"/>
          <a:ext cx="0" cy="0"/>
          <a:chOff x="0" y="0"/>
          <a:chExt cx="0" cy="0"/>
        </a:xfrm>
      </p:grpSpPr>
      <p:pic>
        <p:nvPicPr>
          <p:cNvPr id="29" name="Graphic 28">
            <a:extLst>
              <a:ext uri="{FF2B5EF4-FFF2-40B4-BE49-F238E27FC236}">
                <a16:creationId xmlns:a16="http://schemas.microsoft.com/office/drawing/2014/main" id="{D5595DD5-43B0-252F-8BC6-6B74340C5BCF}"/>
              </a:ext>
              <a:ext uri="{C183D7F6-B498-43B3-948B-1728B52AA6E4}">
                <adec:decorative xmlns:adec="http://schemas.microsoft.com/office/drawing/2017/decorative" val="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t="7193"/>
          <a:stretch/>
        </p:blipFill>
        <p:spPr>
          <a:xfrm>
            <a:off x="1" y="-1"/>
            <a:ext cx="443344" cy="6856025"/>
          </a:xfrm>
          <a:custGeom>
            <a:avLst/>
            <a:gdLst>
              <a:gd name="connsiteX0" fmla="*/ 0 w 1734410"/>
              <a:gd name="connsiteY0" fmla="*/ 0 h 4795637"/>
              <a:gd name="connsiteX1" fmla="*/ 1734410 w 1734410"/>
              <a:gd name="connsiteY1" fmla="*/ 0 h 4795637"/>
              <a:gd name="connsiteX2" fmla="*/ 1734410 w 1734410"/>
              <a:gd name="connsiteY2" fmla="*/ 4795637 h 4795637"/>
              <a:gd name="connsiteX3" fmla="*/ 0 w 1734410"/>
              <a:gd name="connsiteY3" fmla="*/ 4795637 h 4795637"/>
            </a:gdLst>
            <a:ahLst/>
            <a:cxnLst>
              <a:cxn ang="0">
                <a:pos x="connsiteX0" y="connsiteY0"/>
              </a:cxn>
              <a:cxn ang="0">
                <a:pos x="connsiteX1" y="connsiteY1"/>
              </a:cxn>
              <a:cxn ang="0">
                <a:pos x="connsiteX2" y="connsiteY2"/>
              </a:cxn>
              <a:cxn ang="0">
                <a:pos x="connsiteX3" y="connsiteY3"/>
              </a:cxn>
            </a:cxnLst>
            <a:rect l="l" t="t" r="r" b="b"/>
            <a:pathLst>
              <a:path w="1734410" h="4795637">
                <a:moveTo>
                  <a:pt x="0" y="0"/>
                </a:moveTo>
                <a:lnTo>
                  <a:pt x="1734410" y="0"/>
                </a:lnTo>
                <a:lnTo>
                  <a:pt x="1734410" y="4795637"/>
                </a:lnTo>
                <a:lnTo>
                  <a:pt x="0" y="4795637"/>
                </a:lnTo>
                <a:close/>
              </a:path>
            </a:pathLst>
          </a:custGeom>
        </p:spPr>
      </p:pic>
      <p:sp>
        <p:nvSpPr>
          <p:cNvPr id="2" name="Title 1"/>
          <p:cNvSpPr>
            <a:spLocks noGrp="1"/>
          </p:cNvSpPr>
          <p:nvPr>
            <p:ph type="title" hasCustomPrompt="1"/>
          </p:nvPr>
        </p:nvSpPr>
        <p:spPr>
          <a:xfrm>
            <a:off x="1550564" y="1057274"/>
            <a:ext cx="9875463" cy="999746"/>
          </a:xfrm>
        </p:spPr>
        <p:txBody>
          <a:bodyPr tIns="0" bIns="0">
            <a:noAutofit/>
          </a:bodyPr>
          <a:lstStyle>
            <a:lvl1pPr algn="l">
              <a:lnSpc>
                <a:spcPct val="100000"/>
              </a:lnSpc>
              <a:defRPr sz="3600" b="1"/>
            </a:lvl1pPr>
          </a:lstStyle>
          <a:p>
            <a:r>
              <a:rPr lang="en-US" dirty="0"/>
              <a:t>Click to add title</a:t>
            </a:r>
          </a:p>
        </p:txBody>
      </p:sp>
      <p:sp>
        <p:nvSpPr>
          <p:cNvPr id="49" name="Freeform 48">
            <a:extLst>
              <a:ext uri="{FF2B5EF4-FFF2-40B4-BE49-F238E27FC236}">
                <a16:creationId xmlns:a16="http://schemas.microsoft.com/office/drawing/2014/main" id="{BC3A3767-6C5E-8188-0A49-955BBACE37F0}"/>
              </a:ext>
              <a:ext uri="{C183D7F6-B498-43B3-948B-1728B52AA6E4}">
                <adec:decorative xmlns:adec="http://schemas.microsoft.com/office/drawing/2017/decorative" val="1"/>
              </a:ext>
            </a:extLst>
          </p:cNvPr>
          <p:cNvSpPr/>
          <p:nvPr userDrawn="1"/>
        </p:nvSpPr>
        <p:spPr>
          <a:xfrm flipH="1" flipV="1">
            <a:off x="-3" y="4420134"/>
            <a:ext cx="1293237" cy="2437866"/>
          </a:xfrm>
          <a:custGeom>
            <a:avLst/>
            <a:gdLst>
              <a:gd name="connsiteX0" fmla="*/ 1293237 w 1293237"/>
              <a:gd name="connsiteY0" fmla="*/ 2437866 h 2437866"/>
              <a:gd name="connsiteX1" fmla="*/ 1292465 w 1293237"/>
              <a:gd name="connsiteY1" fmla="*/ 2437373 h 2437866"/>
              <a:gd name="connsiteX2" fmla="*/ 0 w 1293237"/>
              <a:gd name="connsiteY2" fmla="*/ 0 h 2437866"/>
              <a:gd name="connsiteX3" fmla="*/ 1293237 w 1293237"/>
              <a:gd name="connsiteY3" fmla="*/ 0 h 2437866"/>
            </a:gdLst>
            <a:ahLst/>
            <a:cxnLst>
              <a:cxn ang="0">
                <a:pos x="connsiteX0" y="connsiteY0"/>
              </a:cxn>
              <a:cxn ang="0">
                <a:pos x="connsiteX1" y="connsiteY1"/>
              </a:cxn>
              <a:cxn ang="0">
                <a:pos x="connsiteX2" y="connsiteY2"/>
              </a:cxn>
              <a:cxn ang="0">
                <a:pos x="connsiteX3" y="connsiteY3"/>
              </a:cxn>
            </a:cxnLst>
            <a:rect l="l" t="t" r="r" b="b"/>
            <a:pathLst>
              <a:path w="1293237" h="2437866">
                <a:moveTo>
                  <a:pt x="1293237" y="2437866"/>
                </a:moveTo>
                <a:lnTo>
                  <a:pt x="1292465" y="2437373"/>
                </a:lnTo>
                <a:cubicBezTo>
                  <a:pt x="511725" y="1903845"/>
                  <a:pt x="0" y="1011184"/>
                  <a:pt x="0" y="0"/>
                </a:cubicBezTo>
                <a:lnTo>
                  <a:pt x="1293237" y="0"/>
                </a:lnTo>
                <a:close/>
              </a:path>
            </a:pathLst>
          </a:custGeom>
          <a:solidFill>
            <a:schemeClr val="accent1"/>
          </a:solidFill>
          <a:ln w="4763" cap="flat">
            <a:noFill/>
            <a:prstDash val="solid"/>
            <a:miter/>
          </a:ln>
        </p:spPr>
        <p:txBody>
          <a:bodyPr wrap="square" rtlCol="0" anchor="ctr">
            <a:noAutofit/>
          </a:bodyPr>
          <a:lstStyle/>
          <a:p>
            <a:endParaRPr lang="en-US" dirty="0"/>
          </a:p>
        </p:txBody>
      </p:sp>
      <p:sp>
        <p:nvSpPr>
          <p:cNvPr id="16" name="Content Placeholder 3">
            <a:extLst>
              <a:ext uri="{FF2B5EF4-FFF2-40B4-BE49-F238E27FC236}">
                <a16:creationId xmlns:a16="http://schemas.microsoft.com/office/drawing/2014/main" id="{E4BD7F71-D12B-4F27-1505-FF681CF55F73}"/>
              </a:ext>
            </a:extLst>
          </p:cNvPr>
          <p:cNvSpPr>
            <a:spLocks noGrp="1"/>
          </p:cNvSpPr>
          <p:nvPr>
            <p:ph sz="half" idx="2" hasCustomPrompt="1"/>
          </p:nvPr>
        </p:nvSpPr>
        <p:spPr>
          <a:xfrm>
            <a:off x="1550564" y="2303028"/>
            <a:ext cx="5829147" cy="3961593"/>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3">
            <a:extLst>
              <a:ext uri="{FF2B5EF4-FFF2-40B4-BE49-F238E27FC236}">
                <a16:creationId xmlns:a16="http://schemas.microsoft.com/office/drawing/2014/main" id="{FB87C65D-4EF3-18C8-18A8-477F87A37E51}"/>
              </a:ext>
            </a:extLst>
          </p:cNvPr>
          <p:cNvSpPr>
            <a:spLocks noGrp="1"/>
          </p:cNvSpPr>
          <p:nvPr>
            <p:ph sz="half" idx="15" hasCustomPrompt="1"/>
          </p:nvPr>
        </p:nvSpPr>
        <p:spPr>
          <a:xfrm>
            <a:off x="7940842" y="2303028"/>
            <a:ext cx="3485184" cy="3961593"/>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7" name="Slide Number Placeholder 2">
            <a:extLst>
              <a:ext uri="{FF2B5EF4-FFF2-40B4-BE49-F238E27FC236}">
                <a16:creationId xmlns:a16="http://schemas.microsoft.com/office/drawing/2014/main" id="{AEFFA34C-885D-E995-D8F9-B4ACFBF3110D}"/>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pic>
        <p:nvPicPr>
          <p:cNvPr id="43" name="Graphic 42">
            <a:extLst>
              <a:ext uri="{FF2B5EF4-FFF2-40B4-BE49-F238E27FC236}">
                <a16:creationId xmlns:a16="http://schemas.microsoft.com/office/drawing/2014/main" id="{C6639AD7-128F-B39D-B45F-0F22A2C6D68B}"/>
              </a:ext>
              <a:ext uri="{C183D7F6-B498-43B3-948B-1728B52AA6E4}">
                <adec:decorative xmlns:adec="http://schemas.microsoft.com/office/drawing/2017/decorative" val="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t="7193"/>
          <a:stretch/>
        </p:blipFill>
        <p:spPr>
          <a:xfrm rot="5400000">
            <a:off x="6072641" y="-5676015"/>
            <a:ext cx="443344" cy="11795374"/>
          </a:xfrm>
          <a:custGeom>
            <a:avLst/>
            <a:gdLst>
              <a:gd name="connsiteX0" fmla="*/ 0 w 1734410"/>
              <a:gd name="connsiteY0" fmla="*/ 0 h 4795637"/>
              <a:gd name="connsiteX1" fmla="*/ 1734410 w 1734410"/>
              <a:gd name="connsiteY1" fmla="*/ 0 h 4795637"/>
              <a:gd name="connsiteX2" fmla="*/ 1734410 w 1734410"/>
              <a:gd name="connsiteY2" fmla="*/ 4795637 h 4795637"/>
              <a:gd name="connsiteX3" fmla="*/ 0 w 1734410"/>
              <a:gd name="connsiteY3" fmla="*/ 4795637 h 4795637"/>
            </a:gdLst>
            <a:ahLst/>
            <a:cxnLst>
              <a:cxn ang="0">
                <a:pos x="connsiteX0" y="connsiteY0"/>
              </a:cxn>
              <a:cxn ang="0">
                <a:pos x="connsiteX1" y="connsiteY1"/>
              </a:cxn>
              <a:cxn ang="0">
                <a:pos x="connsiteX2" y="connsiteY2"/>
              </a:cxn>
              <a:cxn ang="0">
                <a:pos x="connsiteX3" y="connsiteY3"/>
              </a:cxn>
            </a:cxnLst>
            <a:rect l="l" t="t" r="r" b="b"/>
            <a:pathLst>
              <a:path w="1734410" h="4795637">
                <a:moveTo>
                  <a:pt x="0" y="0"/>
                </a:moveTo>
                <a:lnTo>
                  <a:pt x="1734410" y="0"/>
                </a:lnTo>
                <a:lnTo>
                  <a:pt x="1734410" y="4795637"/>
                </a:lnTo>
                <a:lnTo>
                  <a:pt x="0" y="4795637"/>
                </a:lnTo>
                <a:close/>
              </a:path>
            </a:pathLst>
          </a:custGeom>
        </p:spPr>
      </p:pic>
      <p:pic>
        <p:nvPicPr>
          <p:cNvPr id="54" name="Graphic 53">
            <a:extLst>
              <a:ext uri="{FF2B5EF4-FFF2-40B4-BE49-F238E27FC236}">
                <a16:creationId xmlns:a16="http://schemas.microsoft.com/office/drawing/2014/main" id="{48479A23-C29C-C711-510C-05B69B882268}"/>
              </a:ext>
              <a:ext uri="{C183D7F6-B498-43B3-948B-1728B52AA6E4}">
                <adec:decorative xmlns:adec="http://schemas.microsoft.com/office/drawing/2017/decorative" val="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t="11443" r="10857"/>
          <a:stretch/>
        </p:blipFill>
        <p:spPr>
          <a:xfrm rot="16200000">
            <a:off x="-6447" y="6444"/>
            <a:ext cx="1961253" cy="1948364"/>
          </a:xfrm>
          <a:custGeom>
            <a:avLst/>
            <a:gdLst>
              <a:gd name="connsiteX0" fmla="*/ 1961253 w 1961253"/>
              <a:gd name="connsiteY0" fmla="*/ 0 h 1948364"/>
              <a:gd name="connsiteX1" fmla="*/ 1961253 w 1961253"/>
              <a:gd name="connsiteY1" fmla="*/ 1948364 h 1948364"/>
              <a:gd name="connsiteX2" fmla="*/ 0 w 1961253"/>
              <a:gd name="connsiteY2" fmla="*/ 1948364 h 1948364"/>
              <a:gd name="connsiteX3" fmla="*/ 0 w 1961253"/>
              <a:gd name="connsiteY3" fmla="*/ 0 h 1948364"/>
            </a:gdLst>
            <a:ahLst/>
            <a:cxnLst>
              <a:cxn ang="0">
                <a:pos x="connsiteX0" y="connsiteY0"/>
              </a:cxn>
              <a:cxn ang="0">
                <a:pos x="connsiteX1" y="connsiteY1"/>
              </a:cxn>
              <a:cxn ang="0">
                <a:pos x="connsiteX2" y="connsiteY2"/>
              </a:cxn>
              <a:cxn ang="0">
                <a:pos x="connsiteX3" y="connsiteY3"/>
              </a:cxn>
            </a:cxnLst>
            <a:rect l="l" t="t" r="r" b="b"/>
            <a:pathLst>
              <a:path w="1961253" h="1948364">
                <a:moveTo>
                  <a:pt x="1961253" y="0"/>
                </a:moveTo>
                <a:lnTo>
                  <a:pt x="1961253" y="1948364"/>
                </a:lnTo>
                <a:lnTo>
                  <a:pt x="0" y="1948364"/>
                </a:lnTo>
                <a:lnTo>
                  <a:pt x="0" y="0"/>
                </a:lnTo>
                <a:close/>
              </a:path>
            </a:pathLst>
          </a:custGeom>
        </p:spPr>
      </p:pic>
      <p:sp>
        <p:nvSpPr>
          <p:cNvPr id="7" name="Image 2">
            <a:extLst>
              <a:ext uri="{FF2B5EF4-FFF2-40B4-BE49-F238E27FC236}">
                <a16:creationId xmlns:a16="http://schemas.microsoft.com/office/drawing/2014/main" id="{F3DC42FA-4B8F-2EFC-CAB4-1CCAB93BEB7B}"/>
              </a:ext>
              <a:ext uri="{C183D7F6-B498-43B3-948B-1728B52AA6E4}">
                <adec:decorative xmlns:adec="http://schemas.microsoft.com/office/drawing/2017/decorative" val="1"/>
              </a:ext>
            </a:extLst>
          </p:cNvPr>
          <p:cNvSpPr/>
          <p:nvPr userDrawn="1"/>
        </p:nvSpPr>
        <p:spPr>
          <a:xfrm>
            <a:off x="396626" y="4929577"/>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spTree>
    <p:extLst>
      <p:ext uri="{BB962C8B-B14F-4D97-AF65-F5344CB8AC3E}">
        <p14:creationId xmlns:p14="http://schemas.microsoft.com/office/powerpoint/2010/main" val="25866507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meline 2">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376CF4B8-1811-BD21-43A7-560AC4724F3B}"/>
              </a:ext>
              <a:ext uri="{C183D7F6-B498-43B3-948B-1728B52AA6E4}">
                <adec:decorative xmlns:adec="http://schemas.microsoft.com/office/drawing/2017/decorative" val="1"/>
              </a:ext>
            </a:extLst>
          </p:cNvPr>
          <p:cNvSpPr/>
          <p:nvPr userDrawn="1"/>
        </p:nvSpPr>
        <p:spPr>
          <a:xfrm>
            <a:off x="-24064" y="0"/>
            <a:ext cx="12216063" cy="34671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34" name="Rectangle 33">
            <a:extLst>
              <a:ext uri="{FF2B5EF4-FFF2-40B4-BE49-F238E27FC236}">
                <a16:creationId xmlns:a16="http://schemas.microsoft.com/office/drawing/2014/main" id="{30B7B4F0-D3BC-63DF-6429-F771BE5A3270}"/>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 name="Title 1">
            <a:extLst>
              <a:ext uri="{FF2B5EF4-FFF2-40B4-BE49-F238E27FC236}">
                <a16:creationId xmlns:a16="http://schemas.microsoft.com/office/drawing/2014/main" id="{A65C6DDD-D2BB-0153-0F53-9F7C17BDFD2B}"/>
              </a:ext>
            </a:extLst>
          </p:cNvPr>
          <p:cNvSpPr>
            <a:spLocks noGrp="1"/>
          </p:cNvSpPr>
          <p:nvPr>
            <p:ph type="title" hasCustomPrompt="1"/>
          </p:nvPr>
        </p:nvSpPr>
        <p:spPr>
          <a:xfrm>
            <a:off x="914400" y="1057274"/>
            <a:ext cx="10511627" cy="1012785"/>
          </a:xfrm>
        </p:spPr>
        <p:txBody>
          <a:bodyPr tIns="0" bIns="0"/>
          <a:lstStyle>
            <a:lvl1pPr algn="ctr">
              <a:lnSpc>
                <a:spcPct val="100000"/>
              </a:lnSpc>
              <a:defRPr sz="3600">
                <a:solidFill>
                  <a:schemeClr val="accent6"/>
                </a:solidFill>
              </a:defRPr>
            </a:lvl1pPr>
          </a:lstStyle>
          <a:p>
            <a:r>
              <a:rPr lang="en-US" dirty="0"/>
              <a:t>Click to add title</a:t>
            </a:r>
          </a:p>
        </p:txBody>
      </p:sp>
      <p:sp>
        <p:nvSpPr>
          <p:cNvPr id="14" name="Content Placeholder 5">
            <a:extLst>
              <a:ext uri="{FF2B5EF4-FFF2-40B4-BE49-F238E27FC236}">
                <a16:creationId xmlns:a16="http://schemas.microsoft.com/office/drawing/2014/main" id="{4D6DED8E-165F-59D7-F01C-4EF0446E5FC0}"/>
              </a:ext>
            </a:extLst>
          </p:cNvPr>
          <p:cNvSpPr>
            <a:spLocks noGrp="1"/>
          </p:cNvSpPr>
          <p:nvPr userDrawn="1">
            <p:ph sz="quarter" idx="4" hasCustomPrompt="1"/>
          </p:nvPr>
        </p:nvSpPr>
        <p:spPr>
          <a:xfrm>
            <a:off x="914400" y="2316067"/>
            <a:ext cx="10511627" cy="3948557"/>
          </a:xfrm>
        </p:spPr>
        <p:txBody>
          <a:bodyPr lIns="91440" tIns="91440" rIns="91440" bIns="9144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Slide Number Placeholder 2">
            <a:extLst>
              <a:ext uri="{FF2B5EF4-FFF2-40B4-BE49-F238E27FC236}">
                <a16:creationId xmlns:a16="http://schemas.microsoft.com/office/drawing/2014/main" id="{2933FDAB-13EE-5F9F-5DFC-A5A60BC63623}"/>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76750815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osing">
    <p:bg>
      <p:bgPr>
        <a:solidFill>
          <a:schemeClr val="accent6"/>
        </a:solidFill>
        <a:effectLst/>
      </p:bgPr>
    </p:bg>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AEF1F750-031C-BDB7-BD7B-9CBE17406FDB}"/>
              </a:ext>
              <a:ext uri="{C183D7F6-B498-43B3-948B-1728B52AA6E4}">
                <adec:decorative xmlns:adec="http://schemas.microsoft.com/office/drawing/2017/decorative" val="1"/>
              </a:ext>
            </a:extLst>
          </p:cNvPr>
          <p:cNvSpPr/>
          <p:nvPr userDrawn="1"/>
        </p:nvSpPr>
        <p:spPr>
          <a:xfrm>
            <a:off x="0" y="0"/>
            <a:ext cx="8948738" cy="6858000"/>
          </a:xfrm>
          <a:custGeom>
            <a:avLst/>
            <a:gdLst>
              <a:gd name="connsiteX0" fmla="*/ 0 w 8948738"/>
              <a:gd name="connsiteY0" fmla="*/ 0 h 6858000"/>
              <a:gd name="connsiteX1" fmla="*/ 5932941 w 8948738"/>
              <a:gd name="connsiteY1" fmla="*/ 0 h 6858000"/>
              <a:gd name="connsiteX2" fmla="*/ 6047310 w 8948738"/>
              <a:gd name="connsiteY2" fmla="*/ 14613 h 6858000"/>
              <a:gd name="connsiteX3" fmla="*/ 8948738 w 8948738"/>
              <a:gd name="connsiteY3" fmla="*/ 3416480 h 6858000"/>
              <a:gd name="connsiteX4" fmla="*/ 5702202 w 8948738"/>
              <a:gd name="connsiteY4" fmla="*/ 6853523 h 6858000"/>
              <a:gd name="connsiteX5" fmla="*/ 5526113 w 8948738"/>
              <a:gd name="connsiteY5" fmla="*/ 6858000 h 6858000"/>
              <a:gd name="connsiteX6" fmla="*/ 0 w 8948738"/>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48738" h="6858000">
                <a:moveTo>
                  <a:pt x="0" y="0"/>
                </a:moveTo>
                <a:lnTo>
                  <a:pt x="5932941" y="0"/>
                </a:lnTo>
                <a:lnTo>
                  <a:pt x="6047310" y="14613"/>
                </a:lnTo>
                <a:cubicBezTo>
                  <a:pt x="7690210" y="267026"/>
                  <a:pt x="8948738" y="1693971"/>
                  <a:pt x="8948738" y="3416480"/>
                </a:cubicBezTo>
                <a:cubicBezTo>
                  <a:pt x="8948738" y="5257788"/>
                  <a:pt x="7510634" y="6761349"/>
                  <a:pt x="5702202" y="6853523"/>
                </a:cubicBezTo>
                <a:lnTo>
                  <a:pt x="5526113" y="6858000"/>
                </a:lnTo>
                <a:lnTo>
                  <a:pt x="0" y="6858000"/>
                </a:lnTo>
                <a:close/>
              </a:path>
            </a:pathLst>
          </a:custGeom>
          <a:solidFill>
            <a:schemeClr val="bg1"/>
          </a:solidFill>
          <a:ln w="47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9" name="Freeform: Shape 18">
            <a:extLst>
              <a:ext uri="{FF2B5EF4-FFF2-40B4-BE49-F238E27FC236}">
                <a16:creationId xmlns:a16="http://schemas.microsoft.com/office/drawing/2014/main" id="{FEB515B5-2D9F-58E1-6E3C-CCBF105D891E}"/>
              </a:ext>
              <a:ext uri="{C183D7F6-B498-43B3-948B-1728B52AA6E4}">
                <adec:decorative xmlns:adec="http://schemas.microsoft.com/office/drawing/2017/decorative" val="1"/>
              </a:ext>
            </a:extLst>
          </p:cNvPr>
          <p:cNvSpPr/>
          <p:nvPr userDrawn="1"/>
        </p:nvSpPr>
        <p:spPr>
          <a:xfrm>
            <a:off x="7527501" y="0"/>
            <a:ext cx="4671276" cy="6857999"/>
          </a:xfrm>
          <a:custGeom>
            <a:avLst/>
            <a:gdLst>
              <a:gd name="connsiteX0" fmla="*/ 3416476 w 4653374"/>
              <a:gd name="connsiteY0" fmla="*/ 0 h 6831717"/>
              <a:gd name="connsiteX1" fmla="*/ 4653374 w 4653374"/>
              <a:gd name="connsiteY1" fmla="*/ 0 h 6831717"/>
              <a:gd name="connsiteX2" fmla="*/ 4653374 w 4653374"/>
              <a:gd name="connsiteY2" fmla="*/ 6831717 h 6831717"/>
              <a:gd name="connsiteX3" fmla="*/ 3416476 w 4653374"/>
              <a:gd name="connsiteY3" fmla="*/ 6831717 h 6831717"/>
              <a:gd name="connsiteX4" fmla="*/ 0 w 4653374"/>
              <a:gd name="connsiteY4" fmla="*/ 3415863 h 6831717"/>
              <a:gd name="connsiteX5" fmla="*/ 3416476 w 4653374"/>
              <a:gd name="connsiteY5" fmla="*/ 0 h 6831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53374" h="6831717">
                <a:moveTo>
                  <a:pt x="3416476" y="0"/>
                </a:moveTo>
                <a:lnTo>
                  <a:pt x="4653374" y="0"/>
                </a:lnTo>
                <a:lnTo>
                  <a:pt x="4653374" y="6831717"/>
                </a:lnTo>
                <a:lnTo>
                  <a:pt x="3416476" y="6831717"/>
                </a:lnTo>
                <a:cubicBezTo>
                  <a:pt x="1529612" y="6831717"/>
                  <a:pt x="0" y="5302406"/>
                  <a:pt x="0" y="3415863"/>
                </a:cubicBezTo>
                <a:cubicBezTo>
                  <a:pt x="0" y="1529335"/>
                  <a:pt x="1529607" y="0"/>
                  <a:pt x="3416476" y="0"/>
                </a:cubicBezTo>
                <a:close/>
              </a:path>
            </a:pathLst>
          </a:custGeom>
          <a:solidFill>
            <a:schemeClr val="accent1"/>
          </a:solidFill>
          <a:ln w="4777" cap="flat">
            <a:noFill/>
            <a:prstDash val="solid"/>
            <a:miter/>
          </a:ln>
        </p:spPr>
        <p:txBody>
          <a:bodyPr rtlCol="0" anchor="ctr"/>
          <a:lstStyle/>
          <a:p>
            <a:endParaRPr lang="en-US" dirty="0"/>
          </a:p>
        </p:txBody>
      </p:sp>
      <p:pic>
        <p:nvPicPr>
          <p:cNvPr id="9" name="Image 2">
            <a:extLst>
              <a:ext uri="{FF2B5EF4-FFF2-40B4-BE49-F238E27FC236}">
                <a16:creationId xmlns:a16="http://schemas.microsoft.com/office/drawing/2014/main" id="{5CCFEDF9-5B69-87BA-8A33-35033DA4013F}"/>
              </a:ext>
              <a:ext uri="{C183D7F6-B498-43B3-948B-1728B52AA6E4}">
                <adec:decorative xmlns:adec="http://schemas.microsoft.com/office/drawing/2017/decorative" val="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p:blipFill>
        <p:spPr>
          <a:xfrm>
            <a:off x="8766586" y="0"/>
            <a:ext cx="3432191" cy="3432191"/>
          </a:xfrm>
          <a:prstGeom prst="rect">
            <a:avLst/>
          </a:prstGeom>
        </p:spPr>
      </p:pic>
      <p:sp>
        <p:nvSpPr>
          <p:cNvPr id="2" name="Title 1"/>
          <p:cNvSpPr>
            <a:spLocks noGrp="1"/>
          </p:cNvSpPr>
          <p:nvPr>
            <p:ph type="ctrTitle" hasCustomPrompt="1"/>
          </p:nvPr>
        </p:nvSpPr>
        <p:spPr>
          <a:xfrm>
            <a:off x="914401" y="849782"/>
            <a:ext cx="5715000" cy="2727709"/>
          </a:xfrm>
        </p:spPr>
        <p:txBody>
          <a:bodyPr tIns="0" bIns="0" anchor="b" anchorCtr="0">
            <a:noAutofit/>
          </a:bodyPr>
          <a:lstStyle>
            <a:lvl1pPr algn="l">
              <a:lnSpc>
                <a:spcPct val="100000"/>
              </a:lnSpc>
              <a:defRPr sz="3600"/>
            </a:lvl1pPr>
          </a:lstStyle>
          <a:p>
            <a:r>
              <a:rPr lang="en-US" dirty="0"/>
              <a:t>Click to add title</a:t>
            </a:r>
          </a:p>
        </p:txBody>
      </p:sp>
      <p:sp>
        <p:nvSpPr>
          <p:cNvPr id="6" name="Subtitle 2">
            <a:extLst>
              <a:ext uri="{FF2B5EF4-FFF2-40B4-BE49-F238E27FC236}">
                <a16:creationId xmlns:a16="http://schemas.microsoft.com/office/drawing/2014/main" id="{86F10CB4-CF79-A942-DA9C-04CBB7C89DC3}"/>
              </a:ext>
            </a:extLst>
          </p:cNvPr>
          <p:cNvSpPr>
            <a:spLocks noGrp="1"/>
          </p:cNvSpPr>
          <p:nvPr>
            <p:ph type="subTitle" idx="1" hasCustomPrompt="1"/>
          </p:nvPr>
        </p:nvSpPr>
        <p:spPr>
          <a:xfrm>
            <a:off x="914401" y="3813606"/>
            <a:ext cx="5715000" cy="2234642"/>
          </a:xfrm>
        </p:spPr>
        <p:txBody>
          <a:bodyPr lIns="91440" tIns="0" rIns="91440" bIns="0" anchor="t" anchorCtr="0">
            <a:normAutofit/>
          </a:bodyPr>
          <a:lstStyle>
            <a:lvl1pPr marL="0" indent="0" algn="l">
              <a:spcBef>
                <a:spcPts val="576"/>
              </a:spcBef>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Tree>
    <p:extLst>
      <p:ext uri="{BB962C8B-B14F-4D97-AF65-F5344CB8AC3E}">
        <p14:creationId xmlns:p14="http://schemas.microsoft.com/office/powerpoint/2010/main" val="237289882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2C6B5F91-ABF5-D0B6-E43F-40CEDC3A6DF8}"/>
              </a:ext>
              <a:ext uri="{C183D7F6-B498-43B3-948B-1728B52AA6E4}">
                <adec:decorative xmlns:adec="http://schemas.microsoft.com/office/drawing/2017/decorative" val="1"/>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9" name="Freeform: Shape 8">
            <a:extLst>
              <a:ext uri="{FF2B5EF4-FFF2-40B4-BE49-F238E27FC236}">
                <a16:creationId xmlns:a16="http://schemas.microsoft.com/office/drawing/2014/main" id="{A52D64F1-27B6-A1E5-4F44-A6029FAB307B}"/>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p:txBody>
          <a:bodyPr anchor="ctr" anchorCtr="0"/>
          <a:lstStyle/>
          <a:p>
            <a:r>
              <a:rPr lang="en-US" dirty="0"/>
              <a:t>Click to add title</a:t>
            </a:r>
          </a:p>
        </p:txBody>
      </p:sp>
      <p:sp>
        <p:nvSpPr>
          <p:cNvPr id="5" name="Slide Number Placeholder 4"/>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07186844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A626DE4B-D4E5-B36A-89FA-7C0E87AFC31D}"/>
              </a:ext>
              <a:ext uri="{C183D7F6-B498-43B3-948B-1728B52AA6E4}">
                <adec:decorative xmlns:adec="http://schemas.microsoft.com/office/drawing/2017/decorative" val="1"/>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8" name="Freeform: Shape 7">
            <a:extLst>
              <a:ext uri="{FF2B5EF4-FFF2-40B4-BE49-F238E27FC236}">
                <a16:creationId xmlns:a16="http://schemas.microsoft.com/office/drawing/2014/main" id="{95243571-BE64-3777-F992-88FC43A60537}"/>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 name="Slide Number Placeholder 3"/>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158118286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ADFAE2CB-0EAD-E788-FCB7-FB12F6939199}"/>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a:xfrm>
            <a:off x="758952" y="758952"/>
            <a:ext cx="3932237" cy="1524662"/>
          </a:xfrm>
        </p:spPr>
        <p:txBody>
          <a:bodyPr anchor="b"/>
          <a:lstStyle>
            <a:lvl1pPr>
              <a:lnSpc>
                <a:spcPct val="100000"/>
              </a:lnSpc>
              <a:defRPr sz="3200"/>
            </a:lvl1pPr>
          </a:lstStyle>
          <a:p>
            <a:r>
              <a:rPr lang="en-US" dirty="0"/>
              <a:t>Click to add title</a:t>
            </a:r>
          </a:p>
        </p:txBody>
      </p:sp>
      <p:sp>
        <p:nvSpPr>
          <p:cNvPr id="7" name="Slide Number Placeholder 6"/>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
        <p:nvSpPr>
          <p:cNvPr id="4" name="Text Placeholder 3"/>
          <p:cNvSpPr>
            <a:spLocks noGrp="1"/>
          </p:cNvSpPr>
          <p:nvPr>
            <p:ph type="body" sz="half" idx="2" hasCustomPrompt="1"/>
          </p:nvPr>
        </p:nvSpPr>
        <p:spPr>
          <a:xfrm>
            <a:off x="758952" y="2286000"/>
            <a:ext cx="3932237" cy="356708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3" name="Content Placeholder 2"/>
          <p:cNvSpPr>
            <a:spLocks noGrp="1"/>
          </p:cNvSpPr>
          <p:nvPr>
            <p:ph idx="1" hasCustomPrompt="1"/>
          </p:nvPr>
        </p:nvSpPr>
        <p:spPr>
          <a:xfrm>
            <a:off x="5183187" y="741459"/>
            <a:ext cx="6242839" cy="511959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74500552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CAA6B609-D718-DB49-892F-7E49376CC913}"/>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a:xfrm>
            <a:off x="760938" y="755372"/>
            <a:ext cx="3931920" cy="1527048"/>
          </a:xfrm>
        </p:spPr>
        <p:txBody>
          <a:bodyPr anchor="b"/>
          <a:lstStyle>
            <a:lvl1pPr>
              <a:lnSpc>
                <a:spcPct val="100000"/>
              </a:lnSpc>
              <a:defRPr sz="3200"/>
            </a:lvl1pPr>
          </a:lstStyle>
          <a:p>
            <a:r>
              <a:rPr lang="en-US" dirty="0"/>
              <a:t>Click to add title</a:t>
            </a:r>
          </a:p>
        </p:txBody>
      </p:sp>
      <p:sp>
        <p:nvSpPr>
          <p:cNvPr id="7" name="Slide Number Placeholder 6"/>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
        <p:nvSpPr>
          <p:cNvPr id="4" name="Text Placeholder 3"/>
          <p:cNvSpPr>
            <a:spLocks noGrp="1"/>
          </p:cNvSpPr>
          <p:nvPr>
            <p:ph type="body" sz="half" idx="2" hasCustomPrompt="1"/>
          </p:nvPr>
        </p:nvSpPr>
        <p:spPr>
          <a:xfrm>
            <a:off x="760938" y="2286001"/>
            <a:ext cx="3931920"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3" name="Picture Placeholder 2"/>
          <p:cNvSpPr>
            <a:spLocks noGrp="1" noChangeAspect="1"/>
          </p:cNvSpPr>
          <p:nvPr>
            <p:ph type="pic" idx="1" hasCustomPrompt="1"/>
          </p:nvPr>
        </p:nvSpPr>
        <p:spPr>
          <a:xfrm>
            <a:off x="5262700" y="987425"/>
            <a:ext cx="6172200" cy="4873625"/>
          </a:xfrm>
        </p:spPr>
        <p:txBody>
          <a:bodyPr anchor="t">
            <a:normAutofit/>
          </a:bodyPr>
          <a:lstStyle>
            <a:lvl1pPr marL="0" indent="0" algn="ctr">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to add picture</a:t>
            </a:r>
          </a:p>
        </p:txBody>
      </p:sp>
    </p:spTree>
    <p:extLst>
      <p:ext uri="{BB962C8B-B14F-4D97-AF65-F5344CB8AC3E}">
        <p14:creationId xmlns:p14="http://schemas.microsoft.com/office/powerpoint/2010/main" val="22346700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Slide Number Placeholder 5"/>
          <p:cNvSpPr>
            <a:spLocks noGrp="1"/>
          </p:cNvSpPr>
          <p:nvPr>
            <p:ph type="sldNum" sz="quarter" idx="4"/>
          </p:nvPr>
        </p:nvSpPr>
        <p:spPr>
          <a:xfrm>
            <a:off x="10438475" y="457199"/>
            <a:ext cx="987552" cy="244503"/>
          </a:xfrm>
          <a:prstGeom prst="rect">
            <a:avLst/>
          </a:prstGeom>
        </p:spPr>
        <p:txBody>
          <a:bodyPr vert="horz" lIns="91440" tIns="45720" rIns="0" bIns="45720" rtlCol="0" anchor="ctr"/>
          <a:lstStyle>
            <a:lvl1pPr algn="r">
              <a:defRPr sz="1200">
                <a:solidFill>
                  <a:schemeClr val="accent6"/>
                </a:solidFill>
                <a:latin typeface="+mn-lt"/>
                <a:cs typeface="Arial" panose="020B0604020202020204" pitchFamily="34" charset="0"/>
              </a:defRPr>
            </a:lvl1pPr>
          </a:lstStyle>
          <a:p>
            <a:fld id="{48F63A3B-78C7-47BE-AE5E-E10140E04643}" type="slidenum">
              <a:rPr lang="en-US" smtClean="0"/>
              <a:pPr/>
              <a:t>‹#›</a:t>
            </a:fld>
            <a:endParaRPr lang="en-US" dirty="0"/>
          </a:p>
        </p:txBody>
      </p:sp>
      <p:sp>
        <p:nvSpPr>
          <p:cNvPr id="2" name="Title Placeholder 1"/>
          <p:cNvSpPr>
            <a:spLocks noGrp="1"/>
          </p:cNvSpPr>
          <p:nvPr>
            <p:ph type="title"/>
          </p:nvPr>
        </p:nvSpPr>
        <p:spPr>
          <a:xfrm>
            <a:off x="758952" y="731520"/>
            <a:ext cx="10671048" cy="1362057"/>
          </a:xfrm>
          <a:prstGeom prst="rect">
            <a:avLst/>
          </a:prstGeom>
        </p:spPr>
        <p:txBody>
          <a:bodyPr vert="horz" lIns="91440" tIns="45720" rIns="91440" bIns="45720" rtlCol="0" anchor="b" anchorCtr="0">
            <a:noAutofit/>
          </a:bodyPr>
          <a:lstStyle/>
          <a:p>
            <a:r>
              <a:rPr lang="en-US"/>
              <a:t>Click to edit Master title style</a:t>
            </a:r>
            <a:endParaRPr lang="en-US" dirty="0"/>
          </a:p>
        </p:txBody>
      </p:sp>
      <p:sp>
        <p:nvSpPr>
          <p:cNvPr id="3" name="Text Placeholder 2"/>
          <p:cNvSpPr>
            <a:spLocks noGrp="1"/>
          </p:cNvSpPr>
          <p:nvPr>
            <p:ph type="body" idx="1"/>
          </p:nvPr>
        </p:nvSpPr>
        <p:spPr>
          <a:xfrm>
            <a:off x="758952" y="2103120"/>
            <a:ext cx="10671048"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54833434"/>
      </p:ext>
    </p:extLst>
  </p:cSld>
  <p:clrMap bg1="lt1" tx1="dk1" bg2="lt2" tx2="dk2" accent1="accent1" accent2="accent2" accent3="accent3" accent4="accent4" accent5="accent5" accent6="accent6" hlink="hlink" folHlink="folHlink"/>
  <p:sldLayoutIdLst>
    <p:sldLayoutId id="2147483651" r:id="rId1"/>
    <p:sldLayoutId id="2147483663" r:id="rId2"/>
    <p:sldLayoutId id="2147483680" r:id="rId3"/>
    <p:sldLayoutId id="2147483653" r:id="rId4"/>
    <p:sldLayoutId id="2147483668" r:id="rId5"/>
    <p:sldLayoutId id="2147483685" r:id="rId6"/>
    <p:sldLayoutId id="2147483686" r:id="rId7"/>
    <p:sldLayoutId id="2147483687" r:id="rId8"/>
    <p:sldLayoutId id="2147483688" r:id="rId9"/>
    <p:sldLayoutId id="2147483689" r:id="rId10"/>
    <p:sldLayoutId id="2147483691" r:id="rId11"/>
    <p:sldLayoutId id="2147483692" r:id="rId12"/>
    <p:sldLayoutId id="2147483676" r:id="rId13"/>
    <p:sldLayoutId id="2147483656" r:id="rId14"/>
    <p:sldLayoutId id="2147483657" r:id="rId15"/>
    <p:sldLayoutId id="2147483658" r:id="rId16"/>
    <p:sldLayoutId id="2147483659" r:id="rId17"/>
  </p:sldLayoutIdLst>
  <p:hf hdr="0" ftr="0" dt="0"/>
  <p:txStyles>
    <p:titleStyle>
      <a:lvl1pPr algn="ctr" defTabSz="914400" rtl="0" eaLnBrk="1" latinLnBrk="0" hangingPunct="1">
        <a:lnSpc>
          <a:spcPts val="4875"/>
        </a:lnSpc>
        <a:spcBef>
          <a:spcPct val="0"/>
        </a:spcBef>
        <a:buNone/>
        <a:defRPr sz="3800" b="1" kern="1200" cap="all" baseline="0">
          <a:solidFill>
            <a:schemeClr val="accent6"/>
          </a:solidFill>
          <a:latin typeface="+mj-lt"/>
          <a:ea typeface="+mj-ea"/>
          <a:cs typeface="+mj-cs"/>
        </a:defRPr>
      </a:lvl1pPr>
    </p:titleStyle>
    <p:bodyStyle>
      <a:lvl1pPr marL="347472" indent="-347472" algn="l" defTabSz="914400" rtl="0" eaLnBrk="1" latinLnBrk="0" hangingPunct="1">
        <a:lnSpc>
          <a:spcPct val="100000"/>
        </a:lnSpc>
        <a:spcBef>
          <a:spcPts val="360"/>
        </a:spcBef>
        <a:buFont typeface="Arial" panose="020B0604020202020204" pitchFamily="34" charset="0"/>
        <a:buChar char="•"/>
        <a:defRPr sz="2800" kern="1200">
          <a:solidFill>
            <a:schemeClr val="accent6"/>
          </a:solidFill>
          <a:latin typeface="+mn-lt"/>
          <a:ea typeface="+mn-ea"/>
          <a:cs typeface="+mn-cs"/>
        </a:defRPr>
      </a:lvl1pPr>
      <a:lvl2pPr marL="685800" indent="-347472" algn="l" defTabSz="914400" rtl="0" eaLnBrk="1" latinLnBrk="0" hangingPunct="1">
        <a:lnSpc>
          <a:spcPct val="100000"/>
        </a:lnSpc>
        <a:spcBef>
          <a:spcPts val="360"/>
        </a:spcBef>
        <a:buFont typeface="Arial" panose="020B0604020202020204" pitchFamily="34" charset="0"/>
        <a:buChar char="•"/>
        <a:defRPr sz="2400" kern="1200">
          <a:solidFill>
            <a:schemeClr val="accent6"/>
          </a:solidFill>
          <a:latin typeface="+mn-lt"/>
          <a:ea typeface="+mn-ea"/>
          <a:cs typeface="+mn-cs"/>
        </a:defRPr>
      </a:lvl2pPr>
      <a:lvl3pPr marL="1143000" indent="-347472" algn="l" defTabSz="914400" rtl="0" eaLnBrk="1" latinLnBrk="0" hangingPunct="1">
        <a:lnSpc>
          <a:spcPct val="100000"/>
        </a:lnSpc>
        <a:spcBef>
          <a:spcPts val="360"/>
        </a:spcBef>
        <a:buFont typeface="Arial" panose="020B0604020202020204" pitchFamily="34" charset="0"/>
        <a:buChar char="•"/>
        <a:defRPr sz="20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8.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10.xml"/><Relationship Id="rId5" Type="http://schemas.openxmlformats.org/officeDocument/2006/relationships/image" Target="../media/image13.png"/><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11.xml"/><Relationship Id="rId5" Type="http://schemas.openxmlformats.org/officeDocument/2006/relationships/image" Target="../media/image16.png"/><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12.xml"/><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07FF65-A536-F639-8591-ED024C223308}"/>
              </a:ext>
            </a:extLst>
          </p:cNvPr>
          <p:cNvSpPr>
            <a:spLocks noGrp="1"/>
          </p:cNvSpPr>
          <p:nvPr>
            <p:ph type="ctrTitle"/>
          </p:nvPr>
        </p:nvSpPr>
        <p:spPr>
          <a:xfrm>
            <a:off x="2899790" y="2222090"/>
            <a:ext cx="6392421" cy="3097161"/>
          </a:xfrm>
        </p:spPr>
        <p:txBody>
          <a:bodyPr anchor="ctr"/>
          <a:lstStyle/>
          <a:p>
            <a:br>
              <a:rPr lang="en-IN" dirty="0">
                <a:latin typeface="+mn-lt"/>
              </a:rPr>
            </a:br>
            <a:r>
              <a:rPr lang="en-IN" dirty="0">
                <a:latin typeface="+mn-lt"/>
              </a:rPr>
              <a:t>SOCIAL MEDIA USER ANALYSIS </a:t>
            </a:r>
            <a:br>
              <a:rPr lang="en-IN" dirty="0">
                <a:latin typeface="+mn-lt"/>
              </a:rPr>
            </a:br>
            <a:br>
              <a:rPr lang="en-IN" dirty="0">
                <a:latin typeface="+mn-lt"/>
              </a:rPr>
            </a:br>
            <a:r>
              <a:rPr lang="en-IN" sz="1000" dirty="0"/>
              <a:t>Submitted By</a:t>
            </a:r>
            <a:br>
              <a:rPr lang="en-IN" sz="1000" dirty="0"/>
            </a:br>
            <a:r>
              <a:rPr lang="en-IN" sz="1000" dirty="0"/>
              <a:t>   A. Naga Siva-23A11A0506</a:t>
            </a:r>
            <a:br>
              <a:rPr lang="en-IN" sz="1000" dirty="0"/>
            </a:br>
            <a:r>
              <a:rPr lang="en-IN" sz="1000" dirty="0"/>
              <a:t>N. Jahnavi-25NU5A4412</a:t>
            </a:r>
            <a:br>
              <a:rPr lang="en-IN" sz="1000" dirty="0"/>
            </a:br>
            <a:r>
              <a:rPr lang="en-IN" sz="1000" dirty="0"/>
              <a:t>       V. Sri Khyathi-25NU5A4409</a:t>
            </a:r>
            <a:br>
              <a:rPr lang="en-IN" sz="1000" dirty="0"/>
            </a:br>
            <a:r>
              <a:rPr lang="en-IN" sz="1000" dirty="0"/>
              <a:t>K. Bhavya-24NU1A4411</a:t>
            </a:r>
            <a:br>
              <a:rPr lang="en-IN" sz="1000" dirty="0"/>
            </a:br>
            <a:r>
              <a:rPr lang="en-IN" sz="1000" dirty="0"/>
              <a:t>              M. Lohith Vikram-25NU5A4412</a:t>
            </a:r>
            <a:br>
              <a:rPr lang="en-IN" dirty="0"/>
            </a:br>
            <a:r>
              <a:rPr lang="en-IN" dirty="0"/>
              <a:t>                                                     </a:t>
            </a:r>
            <a:br>
              <a:rPr lang="en-IN" dirty="0"/>
            </a:br>
            <a:endParaRPr lang="en-US" dirty="0">
              <a:latin typeface="+mn-lt"/>
            </a:endParaRPr>
          </a:p>
        </p:txBody>
      </p:sp>
      <p:pic>
        <p:nvPicPr>
          <p:cNvPr id="3" name="Picture 2">
            <a:extLst>
              <a:ext uri="{FF2B5EF4-FFF2-40B4-BE49-F238E27FC236}">
                <a16:creationId xmlns:a16="http://schemas.microsoft.com/office/drawing/2014/main" id="{7C544738-828E-64F6-90EB-395C9EC74327}"/>
              </a:ext>
            </a:extLst>
          </p:cNvPr>
          <p:cNvPicPr>
            <a:picLocks noChangeAspect="1"/>
          </p:cNvPicPr>
          <p:nvPr/>
        </p:nvPicPr>
        <p:blipFill>
          <a:blip r:embed="rId3"/>
          <a:stretch>
            <a:fillRect/>
          </a:stretch>
        </p:blipFill>
        <p:spPr>
          <a:xfrm>
            <a:off x="5302659" y="376452"/>
            <a:ext cx="1409700" cy="1272540"/>
          </a:xfrm>
          <a:prstGeom prst="rect">
            <a:avLst/>
          </a:prstGeom>
        </p:spPr>
      </p:pic>
    </p:spTree>
    <p:extLst>
      <p:ext uri="{BB962C8B-B14F-4D97-AF65-F5344CB8AC3E}">
        <p14:creationId xmlns:p14="http://schemas.microsoft.com/office/powerpoint/2010/main" val="220243767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021072-4A77-DB4D-DF41-58EADB7DA94E}"/>
              </a:ext>
            </a:extLst>
          </p:cNvPr>
          <p:cNvSpPr>
            <a:spLocks noGrp="1"/>
          </p:cNvSpPr>
          <p:nvPr>
            <p:ph type="title"/>
          </p:nvPr>
        </p:nvSpPr>
        <p:spPr>
          <a:xfrm>
            <a:off x="914400" y="1057274"/>
            <a:ext cx="6583680" cy="948507"/>
          </a:xfrm>
        </p:spPr>
        <p:txBody>
          <a:bodyPr/>
          <a:lstStyle/>
          <a:p>
            <a:r>
              <a:rPr lang="en-US" dirty="0">
                <a:latin typeface="+mn-lt"/>
              </a:rPr>
              <a:t>CONTENTS</a:t>
            </a:r>
          </a:p>
        </p:txBody>
      </p:sp>
      <p:sp>
        <p:nvSpPr>
          <p:cNvPr id="3" name="Content Placeholder 2">
            <a:extLst>
              <a:ext uri="{FF2B5EF4-FFF2-40B4-BE49-F238E27FC236}">
                <a16:creationId xmlns:a16="http://schemas.microsoft.com/office/drawing/2014/main" id="{D4D22962-3C7F-E480-5C35-7F4860A098E1}"/>
              </a:ext>
            </a:extLst>
          </p:cNvPr>
          <p:cNvSpPr>
            <a:spLocks noGrp="1"/>
          </p:cNvSpPr>
          <p:nvPr>
            <p:ph idx="1"/>
          </p:nvPr>
        </p:nvSpPr>
        <p:spPr>
          <a:xfrm>
            <a:off x="1058780" y="2467897"/>
            <a:ext cx="6439300" cy="3332829"/>
          </a:xfrm>
        </p:spPr>
        <p:txBody>
          <a:bodyPr>
            <a:normAutofit fontScale="92500" lnSpcReduction="10000"/>
          </a:bodyPr>
          <a:lstStyle/>
          <a:p>
            <a:r>
              <a:rPr lang="en-US" b="1" dirty="0"/>
              <a:t>Abstract</a:t>
            </a:r>
          </a:p>
          <a:p>
            <a:r>
              <a:rPr lang="en-US" b="1" dirty="0"/>
              <a:t>Introduction</a:t>
            </a:r>
          </a:p>
          <a:p>
            <a:r>
              <a:rPr lang="en-US" b="1" dirty="0"/>
              <a:t>System Requirements</a:t>
            </a:r>
          </a:p>
          <a:p>
            <a:r>
              <a:rPr lang="en-US" b="1" dirty="0"/>
              <a:t>Architecture</a:t>
            </a:r>
          </a:p>
          <a:p>
            <a:r>
              <a:rPr lang="en-US" b="1" dirty="0"/>
              <a:t>Uses of data analysis libraries</a:t>
            </a:r>
          </a:p>
          <a:p>
            <a:r>
              <a:rPr lang="en-US" b="1" dirty="0"/>
              <a:t>Advantages</a:t>
            </a:r>
          </a:p>
          <a:p>
            <a:r>
              <a:rPr lang="en-US" b="1" dirty="0"/>
              <a:t>Conclusion</a:t>
            </a:r>
          </a:p>
        </p:txBody>
      </p:sp>
      <p:sp>
        <p:nvSpPr>
          <p:cNvPr id="4" name="Slide Number Placeholder 3">
            <a:extLst>
              <a:ext uri="{FF2B5EF4-FFF2-40B4-BE49-F238E27FC236}">
                <a16:creationId xmlns:a16="http://schemas.microsoft.com/office/drawing/2014/main" id="{18D5CFA2-4E67-F157-5FFD-A246307D41F7}"/>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2</a:t>
            </a:fld>
            <a:endParaRPr lang="en-US" dirty="0"/>
          </a:p>
        </p:txBody>
      </p:sp>
    </p:spTree>
    <p:extLst>
      <p:ext uri="{BB962C8B-B14F-4D97-AF65-F5344CB8AC3E}">
        <p14:creationId xmlns:p14="http://schemas.microsoft.com/office/powerpoint/2010/main" val="3913219759"/>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4EDA75-0988-2AC2-87F8-8DEC83A7B9CA}"/>
              </a:ext>
            </a:extLst>
          </p:cNvPr>
          <p:cNvSpPr>
            <a:spLocks noGrp="1"/>
          </p:cNvSpPr>
          <p:nvPr>
            <p:ph type="title"/>
          </p:nvPr>
        </p:nvSpPr>
        <p:spPr>
          <a:xfrm>
            <a:off x="2949677" y="363794"/>
            <a:ext cx="8476349" cy="1435509"/>
          </a:xfrm>
        </p:spPr>
        <p:txBody>
          <a:bodyPr/>
          <a:lstStyle/>
          <a:p>
            <a:r>
              <a:rPr lang="en-US" sz="2800" dirty="0">
                <a:latin typeface="Aptos" panose="020B0004020202020204" pitchFamily="34" charset="0"/>
              </a:rPr>
              <a:t>abstract</a:t>
            </a:r>
          </a:p>
        </p:txBody>
      </p:sp>
      <p:sp>
        <p:nvSpPr>
          <p:cNvPr id="6" name="Content Placeholder 5">
            <a:extLst>
              <a:ext uri="{FF2B5EF4-FFF2-40B4-BE49-F238E27FC236}">
                <a16:creationId xmlns:a16="http://schemas.microsoft.com/office/drawing/2014/main" id="{AA169FC0-211F-D0B1-42A4-6D7A5B6DAB51}"/>
              </a:ext>
            </a:extLst>
          </p:cNvPr>
          <p:cNvSpPr>
            <a:spLocks noGrp="1"/>
          </p:cNvSpPr>
          <p:nvPr>
            <p:ph sz="half" idx="2"/>
          </p:nvPr>
        </p:nvSpPr>
        <p:spPr>
          <a:xfrm>
            <a:off x="2949677" y="2261418"/>
            <a:ext cx="8476348" cy="2644879"/>
          </a:xfrm>
        </p:spPr>
        <p:txBody>
          <a:bodyPr>
            <a:normAutofit lnSpcReduction="10000"/>
          </a:bodyPr>
          <a:lstStyle/>
          <a:p>
            <a:pPr marL="0" indent="0">
              <a:buNone/>
            </a:pPr>
            <a:r>
              <a:rPr lang="en-IN" sz="2000" dirty="0"/>
              <a:t>Social Media User Analysis is a data analytics project developed to study and understand user behavior on social media platforms. The project analyzes various user attributes such as age, gender, education level, daily active minutes, reels watched per day, engagement score, work hours, and stress levels.</a:t>
            </a:r>
          </a:p>
          <a:p>
            <a:pPr marL="0" indent="0">
              <a:buNone/>
            </a:pPr>
            <a:r>
              <a:rPr lang="en-IN" sz="2000" dirty="0"/>
              <a:t>Using Python and data analysis libraries, the dataset is processed, cleaned, and visualized to identify trends and patterns. The generated insights help in understanding user engagement and social media usage habits, making the project useful for researchers, marketers, and businesses.</a:t>
            </a:r>
          </a:p>
        </p:txBody>
      </p:sp>
    </p:spTree>
    <p:extLst>
      <p:ext uri="{BB962C8B-B14F-4D97-AF65-F5344CB8AC3E}">
        <p14:creationId xmlns:p14="http://schemas.microsoft.com/office/powerpoint/2010/main" val="2906491918"/>
      </p:ext>
    </p:extLst>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3B219B-7E3A-7E84-6386-37313F0CFB09}"/>
              </a:ext>
            </a:extLst>
          </p:cNvPr>
          <p:cNvSpPr>
            <a:spLocks noGrp="1"/>
          </p:cNvSpPr>
          <p:nvPr>
            <p:ph type="title"/>
          </p:nvPr>
        </p:nvSpPr>
        <p:spPr>
          <a:xfrm>
            <a:off x="1140540" y="1057275"/>
            <a:ext cx="5033413" cy="958338"/>
          </a:xfrm>
        </p:spPr>
        <p:txBody>
          <a:bodyPr/>
          <a:lstStyle/>
          <a:p>
            <a:r>
              <a:rPr lang="en-US" sz="2800" dirty="0">
                <a:latin typeface="+mn-lt"/>
              </a:rPr>
              <a:t>introduction</a:t>
            </a:r>
          </a:p>
        </p:txBody>
      </p:sp>
      <p:sp>
        <p:nvSpPr>
          <p:cNvPr id="3" name="Text Placeholder 2">
            <a:extLst>
              <a:ext uri="{FF2B5EF4-FFF2-40B4-BE49-F238E27FC236}">
                <a16:creationId xmlns:a16="http://schemas.microsoft.com/office/drawing/2014/main" id="{A2E339BF-E6D7-DD0E-AF02-6813852EE723}"/>
              </a:ext>
            </a:extLst>
          </p:cNvPr>
          <p:cNvSpPr>
            <a:spLocks noGrp="1"/>
          </p:cNvSpPr>
          <p:nvPr>
            <p:ph idx="1"/>
          </p:nvPr>
        </p:nvSpPr>
        <p:spPr>
          <a:xfrm>
            <a:off x="1140541" y="2300748"/>
            <a:ext cx="9478297" cy="2890684"/>
          </a:xfrm>
        </p:spPr>
        <p:txBody>
          <a:bodyPr/>
          <a:lstStyle/>
          <a:p>
            <a:r>
              <a:rPr lang="en-IN" sz="2000" dirty="0"/>
              <a:t>Social media platforms have become an essential part of daily life, influencing communication, entertainment, education, and business activities. Millions of users spend significant time on platforms such as Instagram, generating large amounts of data every day.</a:t>
            </a:r>
          </a:p>
          <a:p>
            <a:r>
              <a:rPr lang="en-IN" sz="2000" dirty="0"/>
              <a:t>The Social Media User Analysis project aims to analyse user behavior and engagement using data analytics techniques. By applying statistical analysis and visualization methods, the project identifies relationships between user demographics, lifestyle factors, and social media activity. The results help in understanding how users interact with social media platforms and what factors influence their engagement.</a:t>
            </a:r>
          </a:p>
          <a:p>
            <a:endParaRPr lang="en-US" dirty="0"/>
          </a:p>
        </p:txBody>
      </p:sp>
    </p:spTree>
    <p:extLst>
      <p:ext uri="{BB962C8B-B14F-4D97-AF65-F5344CB8AC3E}">
        <p14:creationId xmlns:p14="http://schemas.microsoft.com/office/powerpoint/2010/main" val="2952923800"/>
      </p:ext>
    </p:extLst>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5E8954-9BCB-7FD9-A210-38DC54382D45}"/>
              </a:ext>
            </a:extLst>
          </p:cNvPr>
          <p:cNvSpPr>
            <a:spLocks noGrp="1"/>
          </p:cNvSpPr>
          <p:nvPr>
            <p:ph type="title"/>
          </p:nvPr>
        </p:nvSpPr>
        <p:spPr>
          <a:xfrm>
            <a:off x="3500088" y="1071562"/>
            <a:ext cx="7965461" cy="752015"/>
          </a:xfrm>
        </p:spPr>
        <p:txBody>
          <a:bodyPr/>
          <a:lstStyle/>
          <a:p>
            <a:r>
              <a:rPr lang="en-IN" sz="2400" dirty="0">
                <a:latin typeface="+mn-lt"/>
              </a:rPr>
              <a:t>SYSTEM REQUIREMENTS</a:t>
            </a:r>
            <a:br>
              <a:rPr lang="en-IN" sz="2400" dirty="0">
                <a:latin typeface="+mn-lt"/>
              </a:rPr>
            </a:br>
            <a:endParaRPr lang="en-US" sz="2400" dirty="0">
              <a:latin typeface="+mn-lt"/>
            </a:endParaRPr>
          </a:p>
        </p:txBody>
      </p:sp>
      <p:sp>
        <p:nvSpPr>
          <p:cNvPr id="3" name="Content Placeholder 2">
            <a:extLst>
              <a:ext uri="{FF2B5EF4-FFF2-40B4-BE49-F238E27FC236}">
                <a16:creationId xmlns:a16="http://schemas.microsoft.com/office/drawing/2014/main" id="{75111C33-898C-4414-4665-5136EB6FC126}"/>
              </a:ext>
            </a:extLst>
          </p:cNvPr>
          <p:cNvSpPr>
            <a:spLocks noGrp="1"/>
          </p:cNvSpPr>
          <p:nvPr>
            <p:ph sz="half" idx="2"/>
          </p:nvPr>
        </p:nvSpPr>
        <p:spPr>
          <a:xfrm>
            <a:off x="3539613" y="1966451"/>
            <a:ext cx="7886412" cy="4434349"/>
          </a:xfrm>
        </p:spPr>
        <p:txBody>
          <a:bodyPr>
            <a:normAutofit/>
          </a:bodyPr>
          <a:lstStyle/>
          <a:p>
            <a:pPr marL="0" indent="0">
              <a:buNone/>
            </a:pPr>
            <a:r>
              <a:rPr lang="en-IN" b="1" dirty="0"/>
              <a:t>SOFTWARE REQUIREMENTS:</a:t>
            </a:r>
          </a:p>
          <a:p>
            <a:r>
              <a:rPr lang="en-IN" b="1" dirty="0"/>
              <a:t>Operating System (Windows 10/11):</a:t>
            </a:r>
            <a:br>
              <a:rPr lang="en-IN" dirty="0"/>
            </a:br>
            <a:r>
              <a:rPr lang="en-IN" dirty="0"/>
              <a:t>Provides the platform required to run the project and its software tools.</a:t>
            </a:r>
          </a:p>
          <a:p>
            <a:r>
              <a:rPr lang="en-IN" b="1" dirty="0"/>
              <a:t>Programming Language (Python 3.x):</a:t>
            </a:r>
            <a:br>
              <a:rPr lang="en-IN" dirty="0"/>
            </a:br>
            <a:r>
              <a:rPr lang="en-IN" dirty="0"/>
              <a:t>Python is used for data analysis, processing, and visualization.</a:t>
            </a:r>
          </a:p>
          <a:p>
            <a:r>
              <a:rPr lang="en-IN" b="1" dirty="0"/>
              <a:t>Jupyter Notebook / VS Code:</a:t>
            </a:r>
            <a:br>
              <a:rPr lang="en-IN" dirty="0"/>
            </a:br>
            <a:r>
              <a:rPr lang="en-IN" dirty="0"/>
              <a:t>Used to write, execute, and test Python programs efficiently.</a:t>
            </a:r>
          </a:p>
          <a:p>
            <a:r>
              <a:rPr lang="en-IN" b="1" dirty="0"/>
              <a:t>Pandas Library:</a:t>
            </a:r>
            <a:br>
              <a:rPr lang="en-IN" dirty="0"/>
            </a:br>
            <a:r>
              <a:rPr lang="en-IN" dirty="0"/>
              <a:t>Used for data cleaning, manipulation, and analysis.</a:t>
            </a:r>
          </a:p>
          <a:p>
            <a:r>
              <a:rPr lang="en-IN" b="1" dirty="0"/>
              <a:t>NumPy Library:</a:t>
            </a:r>
            <a:br>
              <a:rPr lang="en-IN" dirty="0"/>
            </a:br>
            <a:r>
              <a:rPr lang="en-IN" dirty="0"/>
              <a:t>Used for numerical and mathematical computations.</a:t>
            </a:r>
          </a:p>
        </p:txBody>
      </p:sp>
      <p:sp>
        <p:nvSpPr>
          <p:cNvPr id="23" name="Slide Number Placeholder 22">
            <a:extLst>
              <a:ext uri="{FF2B5EF4-FFF2-40B4-BE49-F238E27FC236}">
                <a16:creationId xmlns:a16="http://schemas.microsoft.com/office/drawing/2014/main" id="{94FF72B7-0438-3641-5939-75128934B0DF}"/>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5</a:t>
            </a:fld>
            <a:endParaRPr lang="en-US" dirty="0"/>
          </a:p>
        </p:txBody>
      </p:sp>
    </p:spTree>
    <p:extLst>
      <p:ext uri="{BB962C8B-B14F-4D97-AF65-F5344CB8AC3E}">
        <p14:creationId xmlns:p14="http://schemas.microsoft.com/office/powerpoint/2010/main" val="685681062"/>
      </p:ext>
    </p:extLst>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210199-C129-11F0-56F2-2D1AED21CB4C}"/>
              </a:ext>
            </a:extLst>
          </p:cNvPr>
          <p:cNvSpPr>
            <a:spLocks noGrp="1"/>
          </p:cNvSpPr>
          <p:nvPr>
            <p:ph type="title"/>
          </p:nvPr>
        </p:nvSpPr>
        <p:spPr>
          <a:xfrm>
            <a:off x="4246822" y="1307113"/>
            <a:ext cx="7043617" cy="471490"/>
          </a:xfrm>
        </p:spPr>
        <p:txBody>
          <a:bodyPr/>
          <a:lstStyle/>
          <a:p>
            <a:r>
              <a:rPr lang="en-US" sz="2400" dirty="0">
                <a:latin typeface="+mn-lt"/>
              </a:rPr>
              <a:t>SYSTEM requirements</a:t>
            </a:r>
          </a:p>
        </p:txBody>
      </p:sp>
      <p:sp>
        <p:nvSpPr>
          <p:cNvPr id="3" name="Slide Number Placeholder 2">
            <a:extLst>
              <a:ext uri="{FF2B5EF4-FFF2-40B4-BE49-F238E27FC236}">
                <a16:creationId xmlns:a16="http://schemas.microsoft.com/office/drawing/2014/main" id="{370AEC4F-E711-8552-9C34-82C1514A1E37}"/>
              </a:ext>
            </a:extLst>
          </p:cNvPr>
          <p:cNvSpPr>
            <a:spLocks noGrp="1"/>
          </p:cNvSpPr>
          <p:nvPr>
            <p:ph type="sldNum" sz="quarter" idx="10"/>
          </p:nvPr>
        </p:nvSpPr>
        <p:spPr>
          <a:xfrm>
            <a:off x="10438475" y="457199"/>
            <a:ext cx="987552" cy="471489"/>
          </a:xfrm>
        </p:spPr>
        <p:txBody>
          <a:bodyPr/>
          <a:lstStyle/>
          <a:p>
            <a:fld id="{48F63A3B-78C7-47BE-AE5E-E10140E04643}" type="slidenum">
              <a:rPr lang="en-US" smtClean="0"/>
              <a:pPr/>
              <a:t>6</a:t>
            </a:fld>
            <a:endParaRPr lang="en-US" dirty="0"/>
          </a:p>
        </p:txBody>
      </p:sp>
      <p:sp>
        <p:nvSpPr>
          <p:cNvPr id="4" name="Content Placeholder 3">
            <a:extLst>
              <a:ext uri="{FF2B5EF4-FFF2-40B4-BE49-F238E27FC236}">
                <a16:creationId xmlns:a16="http://schemas.microsoft.com/office/drawing/2014/main" id="{BDDD6BDC-E008-6AB7-55A1-46ED9BCF054F}"/>
              </a:ext>
            </a:extLst>
          </p:cNvPr>
          <p:cNvSpPr>
            <a:spLocks noGrp="1"/>
          </p:cNvSpPr>
          <p:nvPr>
            <p:ph idx="11"/>
          </p:nvPr>
        </p:nvSpPr>
        <p:spPr>
          <a:xfrm>
            <a:off x="4364808" y="2005781"/>
            <a:ext cx="7043618" cy="4036202"/>
          </a:xfrm>
        </p:spPr>
        <p:txBody>
          <a:bodyPr>
            <a:normAutofit/>
          </a:bodyPr>
          <a:lstStyle/>
          <a:p>
            <a:endParaRPr lang="en-IN" sz="1600" b="1" dirty="0"/>
          </a:p>
          <a:p>
            <a:r>
              <a:rPr lang="en-IN" sz="1800" b="1" dirty="0"/>
              <a:t>.   Matplotlib Library:</a:t>
            </a:r>
            <a:br>
              <a:rPr lang="en-IN" sz="1800" dirty="0"/>
            </a:br>
            <a:r>
              <a:rPr lang="en-IN" sz="1800" dirty="0"/>
              <a:t>    Used to create graphs and charts for data visualization.</a:t>
            </a:r>
          </a:p>
          <a:p>
            <a:r>
              <a:rPr lang="en-IN" sz="1800" b="1" dirty="0"/>
              <a:t>.    Seaborn Library:</a:t>
            </a:r>
            <a:br>
              <a:rPr lang="en-IN" sz="1800" dirty="0"/>
            </a:br>
            <a:r>
              <a:rPr lang="en-IN" sz="1800" dirty="0"/>
              <a:t>    Used to generate attractive statistical visualizations.</a:t>
            </a:r>
          </a:p>
          <a:p>
            <a:r>
              <a:rPr lang="en-IN" sz="1800" b="1" dirty="0"/>
              <a:t>.    CSV Dataset:</a:t>
            </a:r>
            <a:br>
              <a:rPr lang="en-IN" sz="1800" dirty="0"/>
            </a:br>
            <a:r>
              <a:rPr lang="en-IN" sz="1800" dirty="0"/>
              <a:t>     Stores the social media user data used for analysis.</a:t>
            </a:r>
          </a:p>
          <a:p>
            <a:endParaRPr lang="en-IN" sz="1800" dirty="0"/>
          </a:p>
          <a:p>
            <a:r>
              <a:rPr lang="en-IN" sz="1600" b="1" dirty="0"/>
              <a:t>.    </a:t>
            </a:r>
            <a:r>
              <a:rPr lang="en-IN" sz="1800" b="1" dirty="0"/>
              <a:t>HARDWARE REQUIREMENTS:</a:t>
            </a:r>
          </a:p>
          <a:p>
            <a:endParaRPr lang="en-IN" sz="1600" b="1" dirty="0"/>
          </a:p>
          <a:p>
            <a:r>
              <a:rPr lang="en-IN" sz="1800" dirty="0"/>
              <a:t>.    </a:t>
            </a:r>
            <a:r>
              <a:rPr lang="en-IN" sz="1800" b="1" dirty="0"/>
              <a:t>IDE</a:t>
            </a:r>
            <a:r>
              <a:rPr lang="en-IN" sz="1800" dirty="0"/>
              <a:t> – Jupyter Notebook</a:t>
            </a:r>
          </a:p>
          <a:p>
            <a:r>
              <a:rPr lang="en-IN" sz="1800" dirty="0"/>
              <a:t>.    </a:t>
            </a:r>
            <a:r>
              <a:rPr lang="en-IN" sz="1800" b="1" dirty="0"/>
              <a:t>Storage Space </a:t>
            </a:r>
            <a:r>
              <a:rPr lang="en-IN" sz="1800" dirty="0"/>
              <a:t>–Stores project files and datasets. </a:t>
            </a:r>
          </a:p>
          <a:p>
            <a:r>
              <a:rPr lang="en-IN" sz="1800" dirty="0"/>
              <a:t>    Required for software installation and data storage.</a:t>
            </a:r>
          </a:p>
          <a:p>
            <a:endParaRPr lang="en-US" sz="1800" b="1" dirty="0"/>
          </a:p>
        </p:txBody>
      </p:sp>
    </p:spTree>
    <p:extLst>
      <p:ext uri="{BB962C8B-B14F-4D97-AF65-F5344CB8AC3E}">
        <p14:creationId xmlns:p14="http://schemas.microsoft.com/office/powerpoint/2010/main" val="1131718056"/>
      </p:ext>
    </p:extLst>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8A34A6-22BC-27A4-2C79-EE98A4943B14}"/>
              </a:ext>
            </a:extLst>
          </p:cNvPr>
          <p:cNvSpPr>
            <a:spLocks noGrp="1"/>
          </p:cNvSpPr>
          <p:nvPr>
            <p:ph type="title"/>
          </p:nvPr>
        </p:nvSpPr>
        <p:spPr>
          <a:xfrm>
            <a:off x="914399" y="834635"/>
            <a:ext cx="7796464" cy="541881"/>
          </a:xfrm>
        </p:spPr>
        <p:txBody>
          <a:bodyPr/>
          <a:lstStyle/>
          <a:p>
            <a:r>
              <a:rPr lang="en-US" sz="2800" dirty="0">
                <a:latin typeface="+mn-lt"/>
              </a:rPr>
              <a:t>architecture</a:t>
            </a:r>
          </a:p>
        </p:txBody>
      </p:sp>
      <p:sp>
        <p:nvSpPr>
          <p:cNvPr id="3" name="Slide Number Placeholder 2">
            <a:extLst>
              <a:ext uri="{FF2B5EF4-FFF2-40B4-BE49-F238E27FC236}">
                <a16:creationId xmlns:a16="http://schemas.microsoft.com/office/drawing/2014/main" id="{7267C004-8B72-C872-98FB-00A2A584D055}"/>
              </a:ext>
            </a:extLst>
          </p:cNvPr>
          <p:cNvSpPr>
            <a:spLocks noGrp="1"/>
          </p:cNvSpPr>
          <p:nvPr>
            <p:ph type="sldNum" sz="quarter" idx="10"/>
          </p:nvPr>
        </p:nvSpPr>
        <p:spPr>
          <a:xfrm>
            <a:off x="10438475" y="457199"/>
            <a:ext cx="987552" cy="471489"/>
          </a:xfrm>
        </p:spPr>
        <p:txBody>
          <a:bodyPr/>
          <a:lstStyle/>
          <a:p>
            <a:fld id="{48F63A3B-78C7-47BE-AE5E-E10140E04643}" type="slidenum">
              <a:rPr lang="en-US" smtClean="0"/>
              <a:pPr/>
              <a:t>7</a:t>
            </a:fld>
            <a:endParaRPr lang="en-US" dirty="0"/>
          </a:p>
        </p:txBody>
      </p:sp>
      <p:sp>
        <p:nvSpPr>
          <p:cNvPr id="16" name="Content Placeholder 4">
            <a:extLst>
              <a:ext uri="{FF2B5EF4-FFF2-40B4-BE49-F238E27FC236}">
                <a16:creationId xmlns:a16="http://schemas.microsoft.com/office/drawing/2014/main" id="{AEF9954A-E263-8A7E-58B1-4D03F7D1BD9B}"/>
              </a:ext>
            </a:extLst>
          </p:cNvPr>
          <p:cNvSpPr>
            <a:spLocks noGrp="1"/>
          </p:cNvSpPr>
          <p:nvPr>
            <p:ph sz="half" idx="2"/>
          </p:nvPr>
        </p:nvSpPr>
        <p:spPr>
          <a:xfrm>
            <a:off x="914400" y="1769806"/>
            <a:ext cx="7152711" cy="3814917"/>
          </a:xfrm>
        </p:spPr>
        <p:txBody>
          <a:bodyPr>
            <a:normAutofit lnSpcReduction="10000"/>
          </a:bodyPr>
          <a:lstStyle/>
          <a:p>
            <a:r>
              <a:rPr lang="en-IN" dirty="0"/>
              <a:t>The architecture of the Social Media User Analysis project using Python, Pandas, Matplotlib, and Seaborn involves several stages that work together to analyse and visualize user behavior data.</a:t>
            </a:r>
          </a:p>
          <a:p>
            <a:r>
              <a:rPr lang="en-IN" dirty="0"/>
              <a:t>The process typically includes data collection, data preprocessing, exploratory data analysis, data visualization, and insight generation.</a:t>
            </a:r>
          </a:p>
          <a:p>
            <a:endParaRPr lang="en-IN" dirty="0"/>
          </a:p>
          <a:p>
            <a:r>
              <a:rPr lang="en-US" dirty="0"/>
              <a:t> 1.IMPORTING DATASET</a:t>
            </a:r>
          </a:p>
          <a:p>
            <a:r>
              <a:rPr lang="en-US" dirty="0"/>
              <a:t> 2.DATA EXPLORATION</a:t>
            </a:r>
          </a:p>
          <a:p>
            <a:r>
              <a:rPr lang="en-US" dirty="0"/>
              <a:t> 3.DATA CLEANING</a:t>
            </a:r>
          </a:p>
          <a:p>
            <a:r>
              <a:rPr lang="en-US" dirty="0"/>
              <a:t> 4.DATA GROUPING</a:t>
            </a:r>
          </a:p>
          <a:p>
            <a:r>
              <a:rPr lang="en-US" dirty="0"/>
              <a:t> 5.DATA VISUALISATION</a:t>
            </a:r>
          </a:p>
        </p:txBody>
      </p:sp>
    </p:spTree>
    <p:extLst>
      <p:ext uri="{BB962C8B-B14F-4D97-AF65-F5344CB8AC3E}">
        <p14:creationId xmlns:p14="http://schemas.microsoft.com/office/powerpoint/2010/main" val="2468595790"/>
      </p:ext>
    </p:extLst>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D55F2D4-C20E-BEBC-1CCF-4449B0456A7E}"/>
              </a:ext>
            </a:extLst>
          </p:cNvPr>
          <p:cNvSpPr>
            <a:spLocks noGrp="1"/>
          </p:cNvSpPr>
          <p:nvPr>
            <p:ph type="title"/>
          </p:nvPr>
        </p:nvSpPr>
        <p:spPr>
          <a:xfrm>
            <a:off x="1102545" y="1469923"/>
            <a:ext cx="7631709" cy="334296"/>
          </a:xfrm>
        </p:spPr>
        <p:txBody>
          <a:bodyPr/>
          <a:lstStyle/>
          <a:p>
            <a:r>
              <a:rPr lang="en-US" sz="2400" dirty="0">
                <a:latin typeface="+mn-lt"/>
              </a:rPr>
              <a:t>IMPORTING DATASET:</a:t>
            </a:r>
          </a:p>
        </p:txBody>
      </p:sp>
      <p:sp>
        <p:nvSpPr>
          <p:cNvPr id="4" name="Slide Number Placeholder 3">
            <a:extLst>
              <a:ext uri="{FF2B5EF4-FFF2-40B4-BE49-F238E27FC236}">
                <a16:creationId xmlns:a16="http://schemas.microsoft.com/office/drawing/2014/main" id="{C82CE1B8-1C92-D6D2-444B-652DB90E86D1}"/>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8</a:t>
            </a:fld>
            <a:endParaRPr lang="en-US" dirty="0"/>
          </a:p>
        </p:txBody>
      </p:sp>
      <p:sp>
        <p:nvSpPr>
          <p:cNvPr id="11" name="Content Placeholder 10">
            <a:extLst>
              <a:ext uri="{FF2B5EF4-FFF2-40B4-BE49-F238E27FC236}">
                <a16:creationId xmlns:a16="http://schemas.microsoft.com/office/drawing/2014/main" id="{29EFACB8-9956-5BF9-D1F7-2ED7B8F2FC72}"/>
              </a:ext>
            </a:extLst>
          </p:cNvPr>
          <p:cNvSpPr>
            <a:spLocks noGrp="1"/>
          </p:cNvSpPr>
          <p:nvPr>
            <p:ph sz="half" idx="15"/>
          </p:nvPr>
        </p:nvSpPr>
        <p:spPr>
          <a:xfrm>
            <a:off x="806245" y="2212258"/>
            <a:ext cx="10402529" cy="2163097"/>
          </a:xfrm>
        </p:spPr>
        <p:txBody>
          <a:bodyPr>
            <a:normAutofit/>
          </a:bodyPr>
          <a:lstStyle/>
          <a:p>
            <a:pPr marL="0" indent="0">
              <a:buNone/>
            </a:pPr>
            <a:r>
              <a:rPr lang="en-IN" dirty="0"/>
              <a:t>The first step is importing the required Python libraries such as Pandas, NumPy, Matplotlib, and Seaborn. These libraries provide functions for data manipulation, numerical computations, statistical analysis, and data visualization.</a:t>
            </a:r>
          </a:p>
          <a:p>
            <a:pPr marL="0" indent="0">
              <a:buNone/>
            </a:pPr>
            <a:r>
              <a:rPr lang="en-IN" dirty="0"/>
              <a:t>The social media user dataset is loaded into the Python environment using the Pandas library. The dataset, stored in CSV format, is converted into a DataFrame for easy access and manipulation. This step provides the raw data required for analysis.</a:t>
            </a:r>
          </a:p>
        </p:txBody>
      </p:sp>
      <p:pic>
        <p:nvPicPr>
          <p:cNvPr id="17" name="Content Placeholder 16">
            <a:extLst>
              <a:ext uri="{FF2B5EF4-FFF2-40B4-BE49-F238E27FC236}">
                <a16:creationId xmlns:a16="http://schemas.microsoft.com/office/drawing/2014/main" id="{DBC46773-9DE1-980B-A558-85B3167A08AE}"/>
              </a:ext>
            </a:extLst>
          </p:cNvPr>
          <p:cNvPicPr>
            <a:picLocks noGrp="1" noChangeAspect="1"/>
          </p:cNvPicPr>
          <p:nvPr>
            <p:ph sz="half" idx="1"/>
          </p:nvPr>
        </p:nvPicPr>
        <p:blipFill>
          <a:blip r:embed="rId3"/>
          <a:srcRect l="2499" t="5967" r="26682" b="64002"/>
          <a:stretch>
            <a:fillRect/>
          </a:stretch>
        </p:blipFill>
        <p:spPr>
          <a:xfrm>
            <a:off x="2359743" y="4247536"/>
            <a:ext cx="4139380" cy="973394"/>
          </a:xfrm>
          <a:prstGeom prst="rect">
            <a:avLst/>
          </a:prstGeom>
        </p:spPr>
      </p:pic>
      <p:pic>
        <p:nvPicPr>
          <p:cNvPr id="19" name="Picture 18">
            <a:extLst>
              <a:ext uri="{FF2B5EF4-FFF2-40B4-BE49-F238E27FC236}">
                <a16:creationId xmlns:a16="http://schemas.microsoft.com/office/drawing/2014/main" id="{97E98687-EB58-91D7-C0C6-B7AD396F0AA2}"/>
              </a:ext>
            </a:extLst>
          </p:cNvPr>
          <p:cNvPicPr>
            <a:picLocks noChangeAspect="1"/>
          </p:cNvPicPr>
          <p:nvPr/>
        </p:nvPicPr>
        <p:blipFill>
          <a:blip r:embed="rId4"/>
          <a:stretch>
            <a:fillRect/>
          </a:stretch>
        </p:blipFill>
        <p:spPr>
          <a:xfrm>
            <a:off x="2494385" y="5628967"/>
            <a:ext cx="3906415" cy="545337"/>
          </a:xfrm>
          <a:prstGeom prst="rect">
            <a:avLst/>
          </a:prstGeom>
        </p:spPr>
      </p:pic>
    </p:spTree>
    <p:extLst>
      <p:ext uri="{BB962C8B-B14F-4D97-AF65-F5344CB8AC3E}">
        <p14:creationId xmlns:p14="http://schemas.microsoft.com/office/powerpoint/2010/main" val="1941619646"/>
      </p:ext>
    </p:extLst>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443EC8A-1733-CCF7-081F-EB4667CB3285}"/>
              </a:ext>
            </a:extLst>
          </p:cNvPr>
          <p:cNvSpPr>
            <a:spLocks noGrp="1"/>
          </p:cNvSpPr>
          <p:nvPr>
            <p:ph type="title"/>
          </p:nvPr>
        </p:nvSpPr>
        <p:spPr>
          <a:xfrm>
            <a:off x="914400" y="609600"/>
            <a:ext cx="7843837" cy="514151"/>
          </a:xfrm>
        </p:spPr>
        <p:txBody>
          <a:bodyPr/>
          <a:lstStyle/>
          <a:p>
            <a:r>
              <a:rPr lang="en-US" sz="2400" dirty="0">
                <a:latin typeface="+mn-lt"/>
              </a:rPr>
              <a:t>  DATA EXPLORATION</a:t>
            </a:r>
          </a:p>
        </p:txBody>
      </p:sp>
      <p:sp>
        <p:nvSpPr>
          <p:cNvPr id="4" name="Content Placeholder 3">
            <a:extLst>
              <a:ext uri="{FF2B5EF4-FFF2-40B4-BE49-F238E27FC236}">
                <a16:creationId xmlns:a16="http://schemas.microsoft.com/office/drawing/2014/main" id="{ACE55D3D-AA24-CF53-6679-29B3C83F7646}"/>
              </a:ext>
            </a:extLst>
          </p:cNvPr>
          <p:cNvSpPr>
            <a:spLocks noGrp="1"/>
          </p:cNvSpPr>
          <p:nvPr>
            <p:ph idx="13"/>
          </p:nvPr>
        </p:nvSpPr>
        <p:spPr>
          <a:xfrm>
            <a:off x="1058402" y="1209369"/>
            <a:ext cx="7555832" cy="4844240"/>
          </a:xfrm>
        </p:spPr>
        <p:txBody>
          <a:bodyPr>
            <a:normAutofit/>
          </a:bodyPr>
          <a:lstStyle/>
          <a:p>
            <a:r>
              <a:rPr lang="en-IN" sz="1600" dirty="0"/>
              <a:t>Data exploration is performed to understand the structure and characteristics of the dataset. This includes examining the number of rows and columns, checking data types, viewing sample records, and generating summary statistics. Exploratory analysis helps identify important patterns, potential issues, and relationships among variables before proceeding to data cleaning and visualization</a:t>
            </a:r>
          </a:p>
          <a:p>
            <a:r>
              <a:rPr lang="en-IN" sz="2000" dirty="0"/>
              <a:t>.</a:t>
            </a:r>
            <a:endParaRPr lang="en-US" sz="2000" dirty="0"/>
          </a:p>
        </p:txBody>
      </p:sp>
      <p:sp>
        <p:nvSpPr>
          <p:cNvPr id="2" name="Slide Number Placeholder 1">
            <a:extLst>
              <a:ext uri="{FF2B5EF4-FFF2-40B4-BE49-F238E27FC236}">
                <a16:creationId xmlns:a16="http://schemas.microsoft.com/office/drawing/2014/main" id="{AB69D854-FB65-0E93-CFE2-041F7C41DD24}"/>
              </a:ext>
            </a:extLst>
          </p:cNvPr>
          <p:cNvSpPr>
            <a:spLocks noGrp="1"/>
          </p:cNvSpPr>
          <p:nvPr>
            <p:ph type="sldNum" sz="quarter" idx="10"/>
          </p:nvPr>
        </p:nvSpPr>
        <p:spPr>
          <a:xfrm>
            <a:off x="10438475" y="457199"/>
            <a:ext cx="987552" cy="471489"/>
          </a:xfrm>
        </p:spPr>
        <p:txBody>
          <a:bodyPr/>
          <a:lstStyle/>
          <a:p>
            <a:fld id="{48F63A3B-78C7-47BE-AE5E-E10140E04643}" type="slidenum">
              <a:rPr lang="en-US" smtClean="0"/>
              <a:pPr/>
              <a:t>9</a:t>
            </a:fld>
            <a:endParaRPr lang="en-US" dirty="0"/>
          </a:p>
        </p:txBody>
      </p:sp>
      <p:pic>
        <p:nvPicPr>
          <p:cNvPr id="6" name="Picture 5">
            <a:extLst>
              <a:ext uri="{FF2B5EF4-FFF2-40B4-BE49-F238E27FC236}">
                <a16:creationId xmlns:a16="http://schemas.microsoft.com/office/drawing/2014/main" id="{2CF13C91-F584-6089-7392-D7EE922971A1}"/>
              </a:ext>
            </a:extLst>
          </p:cNvPr>
          <p:cNvPicPr>
            <a:picLocks noChangeAspect="1"/>
          </p:cNvPicPr>
          <p:nvPr/>
        </p:nvPicPr>
        <p:blipFill>
          <a:blip r:embed="rId3"/>
          <a:stretch>
            <a:fillRect/>
          </a:stretch>
        </p:blipFill>
        <p:spPr>
          <a:xfrm>
            <a:off x="2343295" y="2639277"/>
            <a:ext cx="5250200" cy="4087484"/>
          </a:xfrm>
          <a:prstGeom prst="rect">
            <a:avLst/>
          </a:prstGeom>
        </p:spPr>
      </p:pic>
    </p:spTree>
    <p:extLst>
      <p:ext uri="{BB962C8B-B14F-4D97-AF65-F5344CB8AC3E}">
        <p14:creationId xmlns:p14="http://schemas.microsoft.com/office/powerpoint/2010/main" val="4072101725"/>
      </p:ext>
    </p:extLst>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136FCF6-982C-CC37-9625-3EBFC7E7DD13}"/>
              </a:ext>
            </a:extLst>
          </p:cNvPr>
          <p:cNvSpPr>
            <a:spLocks noGrp="1"/>
          </p:cNvSpPr>
          <p:nvPr>
            <p:ph type="title"/>
          </p:nvPr>
        </p:nvSpPr>
        <p:spPr>
          <a:xfrm>
            <a:off x="1150375" y="688259"/>
            <a:ext cx="10279626" cy="660053"/>
          </a:xfrm>
        </p:spPr>
        <p:txBody>
          <a:bodyPr/>
          <a:lstStyle/>
          <a:p>
            <a:r>
              <a:rPr lang="en-US" sz="2400" dirty="0">
                <a:latin typeface="+mn-lt"/>
              </a:rPr>
              <a:t>Data cleaning</a:t>
            </a:r>
          </a:p>
        </p:txBody>
      </p:sp>
      <p:sp>
        <p:nvSpPr>
          <p:cNvPr id="4" name="Text Placeholder 3">
            <a:extLst>
              <a:ext uri="{FF2B5EF4-FFF2-40B4-BE49-F238E27FC236}">
                <a16:creationId xmlns:a16="http://schemas.microsoft.com/office/drawing/2014/main" id="{97DCC342-9FD1-7055-EAAC-008DC851B13F}"/>
              </a:ext>
            </a:extLst>
          </p:cNvPr>
          <p:cNvSpPr>
            <a:spLocks noGrp="1"/>
          </p:cNvSpPr>
          <p:nvPr>
            <p:ph type="body" sz="quarter" idx="13"/>
          </p:nvPr>
        </p:nvSpPr>
        <p:spPr>
          <a:xfrm>
            <a:off x="1150374" y="1789471"/>
            <a:ext cx="10943303" cy="1259023"/>
          </a:xfrm>
        </p:spPr>
        <p:txBody>
          <a:bodyPr/>
          <a:lstStyle/>
          <a:p>
            <a:r>
              <a:rPr lang="en-IN" dirty="0"/>
              <a:t>Data cleaning is an essential stage that improves the quality and reliability of the dataset. Missing values, duplicate records, and inconsistent entries are identified and handled appropriately. This process ensures that the dataset is accurate, complete, and suitable for analysis. Clean data helps generate more reliable insights and improves the effectiveness of visualizations.</a:t>
            </a:r>
          </a:p>
          <a:p>
            <a:endParaRPr lang="en-US" dirty="0"/>
          </a:p>
        </p:txBody>
      </p:sp>
      <p:sp>
        <p:nvSpPr>
          <p:cNvPr id="2" name="Slide Number Placeholder 1">
            <a:extLst>
              <a:ext uri="{FF2B5EF4-FFF2-40B4-BE49-F238E27FC236}">
                <a16:creationId xmlns:a16="http://schemas.microsoft.com/office/drawing/2014/main" id="{A913EEC9-16E3-6C86-97D0-A7EC7EA09CDA}"/>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10</a:t>
            </a:fld>
            <a:endParaRPr lang="en-US" dirty="0"/>
          </a:p>
        </p:txBody>
      </p:sp>
      <p:pic>
        <p:nvPicPr>
          <p:cNvPr id="9" name="Content Placeholder 8">
            <a:extLst>
              <a:ext uri="{FF2B5EF4-FFF2-40B4-BE49-F238E27FC236}">
                <a16:creationId xmlns:a16="http://schemas.microsoft.com/office/drawing/2014/main" id="{9D5A3325-FEA6-1394-B31D-64CC8881513E}"/>
              </a:ext>
            </a:extLst>
          </p:cNvPr>
          <p:cNvPicPr>
            <a:picLocks noGrp="1" noChangeAspect="1"/>
          </p:cNvPicPr>
          <p:nvPr>
            <p:ph sz="half" idx="1"/>
          </p:nvPr>
        </p:nvPicPr>
        <p:blipFill>
          <a:blip r:embed="rId3"/>
          <a:srcRect r="9778"/>
          <a:stretch>
            <a:fillRect/>
          </a:stretch>
        </p:blipFill>
        <p:spPr>
          <a:xfrm>
            <a:off x="1150374" y="3780066"/>
            <a:ext cx="2782529" cy="1642922"/>
          </a:xfrm>
          <a:prstGeom prst="rect">
            <a:avLst/>
          </a:prstGeom>
        </p:spPr>
      </p:pic>
      <p:pic>
        <p:nvPicPr>
          <p:cNvPr id="11" name="Picture 10">
            <a:extLst>
              <a:ext uri="{FF2B5EF4-FFF2-40B4-BE49-F238E27FC236}">
                <a16:creationId xmlns:a16="http://schemas.microsoft.com/office/drawing/2014/main" id="{8BFC70C9-B118-E4C4-8A6B-364E0EF6DDFF}"/>
              </a:ext>
            </a:extLst>
          </p:cNvPr>
          <p:cNvPicPr>
            <a:picLocks noChangeAspect="1"/>
          </p:cNvPicPr>
          <p:nvPr/>
        </p:nvPicPr>
        <p:blipFill>
          <a:blip r:embed="rId4"/>
          <a:stretch>
            <a:fillRect/>
          </a:stretch>
        </p:blipFill>
        <p:spPr>
          <a:xfrm>
            <a:off x="4172140" y="3468118"/>
            <a:ext cx="2864493" cy="2321347"/>
          </a:xfrm>
          <a:prstGeom prst="rect">
            <a:avLst/>
          </a:prstGeom>
        </p:spPr>
      </p:pic>
      <p:pic>
        <p:nvPicPr>
          <p:cNvPr id="6" name="Picture 5">
            <a:extLst>
              <a:ext uri="{FF2B5EF4-FFF2-40B4-BE49-F238E27FC236}">
                <a16:creationId xmlns:a16="http://schemas.microsoft.com/office/drawing/2014/main" id="{801AE241-AF40-D56E-D3FC-0E25925B1222}"/>
              </a:ext>
            </a:extLst>
          </p:cNvPr>
          <p:cNvPicPr>
            <a:picLocks noChangeAspect="1"/>
          </p:cNvPicPr>
          <p:nvPr/>
        </p:nvPicPr>
        <p:blipFill>
          <a:blip r:embed="rId5"/>
          <a:stretch>
            <a:fillRect/>
          </a:stretch>
        </p:blipFill>
        <p:spPr>
          <a:xfrm>
            <a:off x="7665540" y="3059664"/>
            <a:ext cx="2908946" cy="3798336"/>
          </a:xfrm>
          <a:prstGeom prst="rect">
            <a:avLst/>
          </a:prstGeom>
        </p:spPr>
      </p:pic>
    </p:spTree>
    <p:extLst>
      <p:ext uri="{BB962C8B-B14F-4D97-AF65-F5344CB8AC3E}">
        <p14:creationId xmlns:p14="http://schemas.microsoft.com/office/powerpoint/2010/main" val="3969996159"/>
      </p:ext>
    </p:extLst>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8D62608-F5E4-7EC0-5EF0-4F988DDDEC5B}"/>
              </a:ext>
            </a:extLst>
          </p:cNvPr>
          <p:cNvSpPr>
            <a:spLocks noGrp="1"/>
          </p:cNvSpPr>
          <p:nvPr>
            <p:ph type="title"/>
          </p:nvPr>
        </p:nvSpPr>
        <p:spPr>
          <a:xfrm>
            <a:off x="1550564" y="1057274"/>
            <a:ext cx="9875463" cy="545384"/>
          </a:xfrm>
        </p:spPr>
        <p:txBody>
          <a:bodyPr/>
          <a:lstStyle/>
          <a:p>
            <a:r>
              <a:rPr lang="en-US" sz="2400" dirty="0">
                <a:latin typeface="+mn-lt"/>
              </a:rPr>
              <a:t>Data grouping</a:t>
            </a:r>
          </a:p>
        </p:txBody>
      </p:sp>
      <p:sp>
        <p:nvSpPr>
          <p:cNvPr id="12" name="Content Placeholder 3">
            <a:extLst>
              <a:ext uri="{FF2B5EF4-FFF2-40B4-BE49-F238E27FC236}">
                <a16:creationId xmlns:a16="http://schemas.microsoft.com/office/drawing/2014/main" id="{288BD9B8-D6A6-D55A-830D-4D3CC2DC3933}"/>
              </a:ext>
            </a:extLst>
          </p:cNvPr>
          <p:cNvSpPr>
            <a:spLocks noGrp="1"/>
          </p:cNvSpPr>
          <p:nvPr>
            <p:ph sz="half" idx="2"/>
          </p:nvPr>
        </p:nvSpPr>
        <p:spPr>
          <a:xfrm>
            <a:off x="1550564" y="1897627"/>
            <a:ext cx="9628713" cy="1396180"/>
          </a:xfrm>
        </p:spPr>
        <p:txBody>
          <a:bodyPr>
            <a:normAutofit/>
          </a:bodyPr>
          <a:lstStyle/>
          <a:p>
            <a:pPr marL="0" indent="0">
              <a:buNone/>
            </a:pPr>
            <a:r>
              <a:rPr lang="en-IN" dirty="0"/>
              <a:t>Data grouping is used to organize and summarize information based on specific attributes such as age, gender, education level, engagement score, and social media usage patterns. Grouping allows the project to compare different categories of users and identify trends within each group. This step simplifies complex datasets and makes the analysis more meaningful and interpretable.</a:t>
            </a:r>
          </a:p>
          <a:p>
            <a:endParaRPr lang="en-US" dirty="0"/>
          </a:p>
        </p:txBody>
      </p:sp>
      <p:pic>
        <p:nvPicPr>
          <p:cNvPr id="5" name="Content Placeholder 4">
            <a:extLst>
              <a:ext uri="{FF2B5EF4-FFF2-40B4-BE49-F238E27FC236}">
                <a16:creationId xmlns:a16="http://schemas.microsoft.com/office/drawing/2014/main" id="{6CCA6F83-A221-CF4D-1BE8-57DDBE53BF27}"/>
              </a:ext>
            </a:extLst>
          </p:cNvPr>
          <p:cNvPicPr>
            <a:picLocks noGrp="1" noChangeAspect="1"/>
          </p:cNvPicPr>
          <p:nvPr>
            <p:ph sz="half" idx="15"/>
          </p:nvPr>
        </p:nvPicPr>
        <p:blipFill>
          <a:blip r:embed="rId3"/>
          <a:stretch>
            <a:fillRect/>
          </a:stretch>
        </p:blipFill>
        <p:spPr>
          <a:xfrm>
            <a:off x="1628365" y="3959941"/>
            <a:ext cx="3985854" cy="1396179"/>
          </a:xfrm>
          <a:prstGeom prst="rect">
            <a:avLst/>
          </a:prstGeom>
        </p:spPr>
      </p:pic>
      <p:sp>
        <p:nvSpPr>
          <p:cNvPr id="2" name="Slide Number Placeholder 1">
            <a:extLst>
              <a:ext uri="{FF2B5EF4-FFF2-40B4-BE49-F238E27FC236}">
                <a16:creationId xmlns:a16="http://schemas.microsoft.com/office/drawing/2014/main" id="{1DCFAD14-1AAA-8CDA-A49B-523FD6C66F35}"/>
              </a:ext>
            </a:extLst>
          </p:cNvPr>
          <p:cNvSpPr>
            <a:spLocks noGrp="1"/>
          </p:cNvSpPr>
          <p:nvPr>
            <p:ph type="sldNum" sz="quarter" idx="10"/>
          </p:nvPr>
        </p:nvSpPr>
        <p:spPr>
          <a:xfrm>
            <a:off x="10438475" y="457199"/>
            <a:ext cx="987552" cy="471489"/>
          </a:xfrm>
        </p:spPr>
        <p:txBody>
          <a:bodyPr/>
          <a:lstStyle/>
          <a:p>
            <a:fld id="{48F63A3B-78C7-47BE-AE5E-E10140E04643}" type="slidenum">
              <a:rPr lang="en-US" smtClean="0"/>
              <a:pPr/>
              <a:t>11</a:t>
            </a:fld>
            <a:endParaRPr lang="en-US" dirty="0"/>
          </a:p>
        </p:txBody>
      </p:sp>
      <p:pic>
        <p:nvPicPr>
          <p:cNvPr id="6" name="Picture 5">
            <a:extLst>
              <a:ext uri="{FF2B5EF4-FFF2-40B4-BE49-F238E27FC236}">
                <a16:creationId xmlns:a16="http://schemas.microsoft.com/office/drawing/2014/main" id="{E0F95929-DA8E-2945-A364-5B520F5D6A6F}"/>
              </a:ext>
            </a:extLst>
          </p:cNvPr>
          <p:cNvPicPr>
            <a:picLocks noChangeAspect="1"/>
          </p:cNvPicPr>
          <p:nvPr/>
        </p:nvPicPr>
        <p:blipFill>
          <a:blip r:embed="rId4"/>
          <a:stretch>
            <a:fillRect/>
          </a:stretch>
        </p:blipFill>
        <p:spPr>
          <a:xfrm>
            <a:off x="6364920" y="3293807"/>
            <a:ext cx="3635055" cy="3490262"/>
          </a:xfrm>
          <a:prstGeom prst="rect">
            <a:avLst/>
          </a:prstGeom>
        </p:spPr>
      </p:pic>
      <p:pic>
        <p:nvPicPr>
          <p:cNvPr id="7" name="Picture 6">
            <a:extLst>
              <a:ext uri="{FF2B5EF4-FFF2-40B4-BE49-F238E27FC236}">
                <a16:creationId xmlns:a16="http://schemas.microsoft.com/office/drawing/2014/main" id="{33E5EB08-98EA-EBD2-ABE0-F72B38EAACF8}"/>
              </a:ext>
            </a:extLst>
          </p:cNvPr>
          <p:cNvPicPr>
            <a:picLocks noChangeAspect="1"/>
          </p:cNvPicPr>
          <p:nvPr/>
        </p:nvPicPr>
        <p:blipFill>
          <a:blip r:embed="rId5"/>
          <a:stretch>
            <a:fillRect/>
          </a:stretch>
        </p:blipFill>
        <p:spPr>
          <a:xfrm>
            <a:off x="6364920" y="5575852"/>
            <a:ext cx="3635055" cy="1197785"/>
          </a:xfrm>
          <a:prstGeom prst="rect">
            <a:avLst/>
          </a:prstGeom>
        </p:spPr>
      </p:pic>
    </p:spTree>
    <p:extLst>
      <p:ext uri="{BB962C8B-B14F-4D97-AF65-F5344CB8AC3E}">
        <p14:creationId xmlns:p14="http://schemas.microsoft.com/office/powerpoint/2010/main" val="2498021601"/>
      </p:ext>
    </p:extLst>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0A324-0737-F0DA-1F7D-10CBE06D7C3F}"/>
              </a:ext>
            </a:extLst>
          </p:cNvPr>
          <p:cNvSpPr>
            <a:spLocks noGrp="1"/>
          </p:cNvSpPr>
          <p:nvPr>
            <p:ph type="title"/>
          </p:nvPr>
        </p:nvSpPr>
        <p:spPr>
          <a:xfrm>
            <a:off x="806246" y="1057275"/>
            <a:ext cx="3736258" cy="614210"/>
          </a:xfrm>
        </p:spPr>
        <p:txBody>
          <a:bodyPr/>
          <a:lstStyle/>
          <a:p>
            <a:r>
              <a:rPr lang="en-IN" sz="2400" dirty="0">
                <a:latin typeface="+mn-lt"/>
              </a:rPr>
              <a:t>Data Visualization</a:t>
            </a:r>
            <a:endParaRPr lang="en-US" sz="2400" dirty="0">
              <a:latin typeface="+mn-lt"/>
            </a:endParaRPr>
          </a:p>
        </p:txBody>
      </p:sp>
      <p:sp>
        <p:nvSpPr>
          <p:cNvPr id="3" name="Slide Number Placeholder 2">
            <a:extLst>
              <a:ext uri="{FF2B5EF4-FFF2-40B4-BE49-F238E27FC236}">
                <a16:creationId xmlns:a16="http://schemas.microsoft.com/office/drawing/2014/main" id="{AC21286A-7B29-3B58-1636-0F45723890AB}"/>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12</a:t>
            </a:fld>
            <a:endParaRPr lang="en-US" dirty="0"/>
          </a:p>
        </p:txBody>
      </p:sp>
      <p:sp>
        <p:nvSpPr>
          <p:cNvPr id="6" name="Content Placeholder 5">
            <a:extLst>
              <a:ext uri="{FF2B5EF4-FFF2-40B4-BE49-F238E27FC236}">
                <a16:creationId xmlns:a16="http://schemas.microsoft.com/office/drawing/2014/main" id="{1F3AD19A-D0BE-5D7D-E2D2-55F3538A47C5}"/>
              </a:ext>
            </a:extLst>
          </p:cNvPr>
          <p:cNvSpPr>
            <a:spLocks noGrp="1"/>
          </p:cNvSpPr>
          <p:nvPr>
            <p:ph sz="quarter" idx="4"/>
          </p:nvPr>
        </p:nvSpPr>
        <p:spPr>
          <a:xfrm>
            <a:off x="914400" y="1858297"/>
            <a:ext cx="10511627" cy="4406327"/>
          </a:xfrm>
        </p:spPr>
        <p:txBody>
          <a:bodyPr/>
          <a:lstStyle/>
          <a:p>
            <a:pPr marL="0" indent="0">
              <a:buNone/>
            </a:pPr>
            <a:r>
              <a:rPr lang="en-IN" dirty="0"/>
              <a:t>Data visualization transforms numerical data into graphical representations such as bar charts, pie charts,    histograms, count plots, and scatter plots. Libraries such as Matplotlib and Seaborn are used to create visually appealing and informative charts. Visualization helps identify trends, patterns, correlations, and distributions within the dataset, making the results easier to understand and communicate.</a:t>
            </a:r>
          </a:p>
        </p:txBody>
      </p:sp>
      <p:pic>
        <p:nvPicPr>
          <p:cNvPr id="5" name="Picture 4">
            <a:extLst>
              <a:ext uri="{FF2B5EF4-FFF2-40B4-BE49-F238E27FC236}">
                <a16:creationId xmlns:a16="http://schemas.microsoft.com/office/drawing/2014/main" id="{9E3A0769-B7D0-AEE9-A1DC-58FBE12608E5}"/>
              </a:ext>
            </a:extLst>
          </p:cNvPr>
          <p:cNvPicPr>
            <a:picLocks noChangeAspect="1"/>
          </p:cNvPicPr>
          <p:nvPr/>
        </p:nvPicPr>
        <p:blipFill>
          <a:blip r:embed="rId3"/>
          <a:stretch>
            <a:fillRect/>
          </a:stretch>
        </p:blipFill>
        <p:spPr>
          <a:xfrm>
            <a:off x="1736108" y="3511023"/>
            <a:ext cx="4434105" cy="2835950"/>
          </a:xfrm>
          <a:prstGeom prst="rect">
            <a:avLst/>
          </a:prstGeom>
        </p:spPr>
      </p:pic>
      <p:pic>
        <p:nvPicPr>
          <p:cNvPr id="8" name="Picture 7">
            <a:extLst>
              <a:ext uri="{FF2B5EF4-FFF2-40B4-BE49-F238E27FC236}">
                <a16:creationId xmlns:a16="http://schemas.microsoft.com/office/drawing/2014/main" id="{1535F690-A81F-EED4-E0D4-FC4E97FA4B2E}"/>
              </a:ext>
            </a:extLst>
          </p:cNvPr>
          <p:cNvPicPr>
            <a:picLocks noChangeAspect="1"/>
          </p:cNvPicPr>
          <p:nvPr/>
        </p:nvPicPr>
        <p:blipFill>
          <a:blip r:embed="rId4"/>
          <a:stretch>
            <a:fillRect/>
          </a:stretch>
        </p:blipFill>
        <p:spPr>
          <a:xfrm>
            <a:off x="6170213" y="3511021"/>
            <a:ext cx="4586216" cy="3021859"/>
          </a:xfrm>
          <a:prstGeom prst="rect">
            <a:avLst/>
          </a:prstGeom>
        </p:spPr>
      </p:pic>
    </p:spTree>
    <p:extLst>
      <p:ext uri="{BB962C8B-B14F-4D97-AF65-F5344CB8AC3E}">
        <p14:creationId xmlns:p14="http://schemas.microsoft.com/office/powerpoint/2010/main" val="1686213229"/>
      </p:ext>
    </p:extLst>
  </p:cSld>
  <p:clrMapOvr>
    <a:masterClrMapping/>
  </p:clrMapOvr>
  <p:transition spd="slow">
    <p:wip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C4DEB1-7DC7-DD7F-1636-9C93DABA3700}"/>
              </a:ext>
            </a:extLst>
          </p:cNvPr>
          <p:cNvSpPr>
            <a:spLocks noGrp="1"/>
          </p:cNvSpPr>
          <p:nvPr>
            <p:ph type="title"/>
          </p:nvPr>
        </p:nvSpPr>
        <p:spPr>
          <a:xfrm>
            <a:off x="914399" y="1057275"/>
            <a:ext cx="8190271" cy="466725"/>
          </a:xfrm>
        </p:spPr>
        <p:txBody>
          <a:bodyPr/>
          <a:lstStyle/>
          <a:p>
            <a:r>
              <a:rPr lang="en-IN" sz="2400" dirty="0">
                <a:latin typeface="+mn-lt"/>
              </a:rPr>
              <a:t>Data visualization</a:t>
            </a:r>
          </a:p>
        </p:txBody>
      </p:sp>
      <p:sp>
        <p:nvSpPr>
          <p:cNvPr id="4" name="Content Placeholder 3">
            <a:extLst>
              <a:ext uri="{FF2B5EF4-FFF2-40B4-BE49-F238E27FC236}">
                <a16:creationId xmlns:a16="http://schemas.microsoft.com/office/drawing/2014/main" id="{1BF67261-90B6-8AEB-1CDC-7E88F819E701}"/>
              </a:ext>
            </a:extLst>
          </p:cNvPr>
          <p:cNvSpPr>
            <a:spLocks noGrp="1"/>
          </p:cNvSpPr>
          <p:nvPr>
            <p:ph idx="1"/>
          </p:nvPr>
        </p:nvSpPr>
        <p:spPr/>
        <p:txBody>
          <a:bodyPr/>
          <a:lstStyle/>
          <a:p>
            <a:endParaRPr lang="en-IN" dirty="0"/>
          </a:p>
        </p:txBody>
      </p:sp>
      <p:pic>
        <p:nvPicPr>
          <p:cNvPr id="7" name="Picture 6">
            <a:extLst>
              <a:ext uri="{FF2B5EF4-FFF2-40B4-BE49-F238E27FC236}">
                <a16:creationId xmlns:a16="http://schemas.microsoft.com/office/drawing/2014/main" id="{CDECF901-331A-5E4C-0FCB-5903404F6738}"/>
              </a:ext>
            </a:extLst>
          </p:cNvPr>
          <p:cNvPicPr>
            <a:picLocks noChangeAspect="1"/>
          </p:cNvPicPr>
          <p:nvPr/>
        </p:nvPicPr>
        <p:blipFill>
          <a:blip r:embed="rId2"/>
          <a:stretch>
            <a:fillRect/>
          </a:stretch>
        </p:blipFill>
        <p:spPr>
          <a:xfrm>
            <a:off x="557527" y="1925135"/>
            <a:ext cx="5616427" cy="4267570"/>
          </a:xfrm>
          <a:prstGeom prst="rect">
            <a:avLst/>
          </a:prstGeom>
        </p:spPr>
      </p:pic>
      <p:pic>
        <p:nvPicPr>
          <p:cNvPr id="11" name="Picture 10">
            <a:extLst>
              <a:ext uri="{FF2B5EF4-FFF2-40B4-BE49-F238E27FC236}">
                <a16:creationId xmlns:a16="http://schemas.microsoft.com/office/drawing/2014/main" id="{02091F54-3FCB-029F-52AB-7DA1A2482DBE}"/>
              </a:ext>
            </a:extLst>
          </p:cNvPr>
          <p:cNvPicPr>
            <a:picLocks noChangeAspect="1"/>
          </p:cNvPicPr>
          <p:nvPr/>
        </p:nvPicPr>
        <p:blipFill>
          <a:blip r:embed="rId3"/>
          <a:stretch>
            <a:fillRect/>
          </a:stretch>
        </p:blipFill>
        <p:spPr>
          <a:xfrm>
            <a:off x="6018046" y="2176617"/>
            <a:ext cx="5259554" cy="4016088"/>
          </a:xfrm>
          <a:prstGeom prst="rect">
            <a:avLst/>
          </a:prstGeom>
        </p:spPr>
      </p:pic>
    </p:spTree>
    <p:extLst>
      <p:ext uri="{BB962C8B-B14F-4D97-AF65-F5344CB8AC3E}">
        <p14:creationId xmlns:p14="http://schemas.microsoft.com/office/powerpoint/2010/main" val="3278088855"/>
      </p:ext>
    </p:extLst>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F579D1-74A4-4C34-6174-A4CFA429B667}"/>
              </a:ext>
            </a:extLst>
          </p:cNvPr>
          <p:cNvSpPr>
            <a:spLocks noGrp="1"/>
          </p:cNvSpPr>
          <p:nvPr>
            <p:ph type="title"/>
          </p:nvPr>
        </p:nvSpPr>
        <p:spPr>
          <a:xfrm>
            <a:off x="1550563" y="928689"/>
            <a:ext cx="9879437" cy="471489"/>
          </a:xfrm>
        </p:spPr>
        <p:txBody>
          <a:bodyPr/>
          <a:lstStyle/>
          <a:p>
            <a:r>
              <a:rPr lang="en-IN" sz="2800" dirty="0">
                <a:latin typeface="+mn-lt"/>
              </a:rPr>
              <a:t>DATA VISUALIZATION</a:t>
            </a:r>
          </a:p>
        </p:txBody>
      </p:sp>
      <p:sp>
        <p:nvSpPr>
          <p:cNvPr id="5" name="Slide Number Placeholder 4">
            <a:extLst>
              <a:ext uri="{FF2B5EF4-FFF2-40B4-BE49-F238E27FC236}">
                <a16:creationId xmlns:a16="http://schemas.microsoft.com/office/drawing/2014/main" id="{69A17F97-5B70-48C7-7A50-FCF95A8C6752}"/>
              </a:ext>
            </a:extLst>
          </p:cNvPr>
          <p:cNvSpPr>
            <a:spLocks noGrp="1"/>
          </p:cNvSpPr>
          <p:nvPr>
            <p:ph type="sldNum" sz="quarter" idx="10"/>
          </p:nvPr>
        </p:nvSpPr>
        <p:spPr/>
        <p:txBody>
          <a:bodyPr/>
          <a:lstStyle/>
          <a:p>
            <a:fld id="{48F63A3B-78C7-47BE-AE5E-E10140E04643}" type="slidenum">
              <a:rPr lang="en-US" smtClean="0"/>
              <a:pPr/>
              <a:t>14</a:t>
            </a:fld>
            <a:endParaRPr lang="en-US" dirty="0"/>
          </a:p>
        </p:txBody>
      </p:sp>
      <p:pic>
        <p:nvPicPr>
          <p:cNvPr id="12" name="Picture 11">
            <a:extLst>
              <a:ext uri="{FF2B5EF4-FFF2-40B4-BE49-F238E27FC236}">
                <a16:creationId xmlns:a16="http://schemas.microsoft.com/office/drawing/2014/main" id="{94DAC34F-654F-E134-ACF5-3BF047454684}"/>
              </a:ext>
            </a:extLst>
          </p:cNvPr>
          <p:cNvPicPr>
            <a:picLocks noChangeAspect="1"/>
          </p:cNvPicPr>
          <p:nvPr/>
        </p:nvPicPr>
        <p:blipFill>
          <a:blip r:embed="rId2"/>
          <a:stretch>
            <a:fillRect/>
          </a:stretch>
        </p:blipFill>
        <p:spPr>
          <a:xfrm>
            <a:off x="1300480" y="1595120"/>
            <a:ext cx="8890000" cy="5039360"/>
          </a:xfrm>
          <a:prstGeom prst="rect">
            <a:avLst/>
          </a:prstGeom>
        </p:spPr>
      </p:pic>
    </p:spTree>
    <p:extLst>
      <p:ext uri="{BB962C8B-B14F-4D97-AF65-F5344CB8AC3E}">
        <p14:creationId xmlns:p14="http://schemas.microsoft.com/office/powerpoint/2010/main" val="432632134"/>
      </p:ext>
    </p:extLst>
  </p:cSld>
  <p:clrMapOvr>
    <a:masterClrMapping/>
  </p:clrMapOvr>
  <p:transition spd="slow">
    <p:wip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6092F0-34CF-1A9C-FD92-CD9406811529}"/>
              </a:ext>
            </a:extLst>
          </p:cNvPr>
          <p:cNvSpPr>
            <a:spLocks noGrp="1"/>
          </p:cNvSpPr>
          <p:nvPr>
            <p:ph type="title"/>
          </p:nvPr>
        </p:nvSpPr>
        <p:spPr>
          <a:xfrm>
            <a:off x="688258" y="457199"/>
            <a:ext cx="8022605" cy="471489"/>
          </a:xfrm>
        </p:spPr>
        <p:txBody>
          <a:bodyPr/>
          <a:lstStyle/>
          <a:p>
            <a:r>
              <a:rPr lang="en-IN" sz="2400" dirty="0">
                <a:latin typeface="+mn-lt"/>
              </a:rPr>
              <a:t>Uses of data analysis library</a:t>
            </a:r>
          </a:p>
        </p:txBody>
      </p:sp>
      <p:sp>
        <p:nvSpPr>
          <p:cNvPr id="3" name="Slide Number Placeholder 2">
            <a:extLst>
              <a:ext uri="{FF2B5EF4-FFF2-40B4-BE49-F238E27FC236}">
                <a16:creationId xmlns:a16="http://schemas.microsoft.com/office/drawing/2014/main" id="{70F24B18-F1CA-168F-9DCC-FA4E9A232D25}"/>
              </a:ext>
            </a:extLst>
          </p:cNvPr>
          <p:cNvSpPr>
            <a:spLocks noGrp="1"/>
          </p:cNvSpPr>
          <p:nvPr>
            <p:ph type="sldNum" sz="quarter" idx="10"/>
          </p:nvPr>
        </p:nvSpPr>
        <p:spPr/>
        <p:txBody>
          <a:bodyPr/>
          <a:lstStyle/>
          <a:p>
            <a:fld id="{48F63A3B-78C7-47BE-AE5E-E10140E04643}" type="slidenum">
              <a:rPr lang="en-US" smtClean="0"/>
              <a:pPr/>
              <a:t>15</a:t>
            </a:fld>
            <a:endParaRPr lang="en-US" dirty="0"/>
          </a:p>
        </p:txBody>
      </p:sp>
      <p:sp>
        <p:nvSpPr>
          <p:cNvPr id="4" name="Content Placeholder 3">
            <a:extLst>
              <a:ext uri="{FF2B5EF4-FFF2-40B4-BE49-F238E27FC236}">
                <a16:creationId xmlns:a16="http://schemas.microsoft.com/office/drawing/2014/main" id="{37F230F4-E899-9892-AC82-7C9B415BBC95}"/>
              </a:ext>
            </a:extLst>
          </p:cNvPr>
          <p:cNvSpPr>
            <a:spLocks noGrp="1"/>
          </p:cNvSpPr>
          <p:nvPr>
            <p:ph sz="half" idx="2"/>
          </p:nvPr>
        </p:nvSpPr>
        <p:spPr>
          <a:xfrm>
            <a:off x="560439" y="1386347"/>
            <a:ext cx="8258579" cy="4689987"/>
          </a:xfrm>
        </p:spPr>
        <p:txBody>
          <a:bodyPr>
            <a:normAutofit fontScale="85000" lnSpcReduction="10000"/>
          </a:bodyPr>
          <a:lstStyle/>
          <a:p>
            <a:r>
              <a:rPr lang="en-IN" b="1" dirty="0"/>
              <a:t>Pandas</a:t>
            </a:r>
          </a:p>
          <a:p>
            <a:r>
              <a:rPr lang="en-IN" dirty="0"/>
              <a:t>Pandas is one of the most important Python libraries used for data analysis and manipulation. It provides powerful data structures such as DataFrame and Series that help organize data in a tabular format. In this project, Pandas is used to import the CSV dataset, inspect data, handle missing values, remove duplicate records, filter specific information, and group data based on different categories. It simplifies data preprocessing and enables efficient analysis of large datasets.</a:t>
            </a:r>
          </a:p>
          <a:p>
            <a:r>
              <a:rPr lang="en-IN" b="1" dirty="0"/>
              <a:t>NumPy</a:t>
            </a:r>
          </a:p>
          <a:p>
            <a:r>
              <a:rPr lang="en-IN" dirty="0"/>
              <a:t>NumPy (Numerical Python) is a fundamental library for scientific and numerical computing in Python. It provides support for multi-dimensional arrays and a large collection of mathematical functions. In this project, NumPy is used to perform numerical calculations, statistical operations, and mathematical computations efficiently. It improves processing speed and helps handle large volumes of data with better performance than standard Python data structures.</a:t>
            </a:r>
          </a:p>
          <a:p>
            <a:r>
              <a:rPr lang="en-IN" b="1" dirty="0"/>
              <a:t>Matplotlib</a:t>
            </a:r>
          </a:p>
          <a:p>
            <a:r>
              <a:rPr lang="en-IN" dirty="0"/>
              <a:t>Matplotlib is a comprehensive data visualization library used to create graphical representations of data. It allows users to generate various types of charts such as bar charts, line graphs, histograms, pie charts, and scatter plots. In this project, Matplotlib is used to visualize social media user behavior and engagement patterns. These visualizations help convert complex numerical data into meaningful graphical insights that are easy to understand and interpret.</a:t>
            </a:r>
          </a:p>
          <a:p>
            <a:endParaRPr lang="en-IN" dirty="0"/>
          </a:p>
        </p:txBody>
      </p:sp>
    </p:spTree>
    <p:extLst>
      <p:ext uri="{BB962C8B-B14F-4D97-AF65-F5344CB8AC3E}">
        <p14:creationId xmlns:p14="http://schemas.microsoft.com/office/powerpoint/2010/main" val="1096966673"/>
      </p:ext>
    </p:extLst>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E09EE5-19C9-D9F0-4399-B48A4A85866B}"/>
              </a:ext>
            </a:extLst>
          </p:cNvPr>
          <p:cNvSpPr>
            <a:spLocks noGrp="1"/>
          </p:cNvSpPr>
          <p:nvPr>
            <p:ph type="title"/>
          </p:nvPr>
        </p:nvSpPr>
        <p:spPr>
          <a:xfrm>
            <a:off x="3460565" y="1057274"/>
            <a:ext cx="7965461" cy="471489"/>
          </a:xfrm>
        </p:spPr>
        <p:txBody>
          <a:bodyPr/>
          <a:lstStyle/>
          <a:p>
            <a:r>
              <a:rPr lang="en-IN" sz="2400" dirty="0">
                <a:latin typeface="+mn-lt"/>
              </a:rPr>
              <a:t>USES OF DATA ANALYSIS</a:t>
            </a:r>
          </a:p>
        </p:txBody>
      </p:sp>
      <p:sp>
        <p:nvSpPr>
          <p:cNvPr id="3" name="Content Placeholder 2">
            <a:extLst>
              <a:ext uri="{FF2B5EF4-FFF2-40B4-BE49-F238E27FC236}">
                <a16:creationId xmlns:a16="http://schemas.microsoft.com/office/drawing/2014/main" id="{29B249C7-23DF-8A89-731C-1661803CBC1C}"/>
              </a:ext>
            </a:extLst>
          </p:cNvPr>
          <p:cNvSpPr>
            <a:spLocks noGrp="1"/>
          </p:cNvSpPr>
          <p:nvPr>
            <p:ph sz="half" idx="2"/>
          </p:nvPr>
        </p:nvSpPr>
        <p:spPr>
          <a:xfrm>
            <a:off x="3460565" y="1848465"/>
            <a:ext cx="7965460" cy="3952262"/>
          </a:xfrm>
        </p:spPr>
        <p:txBody>
          <a:bodyPr>
            <a:normAutofit/>
          </a:bodyPr>
          <a:lstStyle/>
          <a:p>
            <a:pPr marL="0" indent="0">
              <a:buNone/>
            </a:pPr>
            <a:r>
              <a:rPr lang="en-IN" b="1" dirty="0"/>
              <a:t>Seaborn</a:t>
            </a:r>
          </a:p>
          <a:p>
            <a:pPr marL="0" indent="0">
              <a:buNone/>
            </a:pPr>
            <a:r>
              <a:rPr lang="en-IN" dirty="0"/>
              <a:t>Seaborn is an advanced statistical visualization library built on top of Matplotlib. It provides attractive and informative graphs with minimal coding effort. In this project, Seaborn is used to create count plots, distribution plots, heatmaps, and correlation visualizations. These graphs help identify relationships between different variables such as age, engagement score, stress level, and social media usage. Seaborn enhances the overall appearance and readability of visualizations.</a:t>
            </a:r>
          </a:p>
        </p:txBody>
      </p:sp>
      <p:sp>
        <p:nvSpPr>
          <p:cNvPr id="4" name="Slide Number Placeholder 3">
            <a:extLst>
              <a:ext uri="{FF2B5EF4-FFF2-40B4-BE49-F238E27FC236}">
                <a16:creationId xmlns:a16="http://schemas.microsoft.com/office/drawing/2014/main" id="{9EF7DC46-289E-7E61-4011-8F6BA09BFDC7}"/>
              </a:ext>
            </a:extLst>
          </p:cNvPr>
          <p:cNvSpPr>
            <a:spLocks noGrp="1"/>
          </p:cNvSpPr>
          <p:nvPr>
            <p:ph type="sldNum" sz="quarter" idx="10"/>
          </p:nvPr>
        </p:nvSpPr>
        <p:spPr/>
        <p:txBody>
          <a:bodyPr/>
          <a:lstStyle/>
          <a:p>
            <a:fld id="{48F63A3B-78C7-47BE-AE5E-E10140E04643}" type="slidenum">
              <a:rPr lang="en-US" smtClean="0"/>
              <a:pPr/>
              <a:t>16</a:t>
            </a:fld>
            <a:endParaRPr lang="en-US" dirty="0"/>
          </a:p>
        </p:txBody>
      </p:sp>
    </p:spTree>
    <p:extLst>
      <p:ext uri="{BB962C8B-B14F-4D97-AF65-F5344CB8AC3E}">
        <p14:creationId xmlns:p14="http://schemas.microsoft.com/office/powerpoint/2010/main" val="1432043815"/>
      </p:ext>
    </p:extLst>
  </p:cSld>
  <p:clrMapOvr>
    <a:masterClrMapping/>
  </p:clrMapOvr>
  <p:transition spd="slow">
    <p:wip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81F727-ABCF-7F53-B661-2E06174AD134}"/>
              </a:ext>
            </a:extLst>
          </p:cNvPr>
          <p:cNvSpPr>
            <a:spLocks noGrp="1"/>
          </p:cNvSpPr>
          <p:nvPr>
            <p:ph type="title"/>
          </p:nvPr>
        </p:nvSpPr>
        <p:spPr>
          <a:xfrm>
            <a:off x="914400" y="804391"/>
            <a:ext cx="7843837" cy="471489"/>
          </a:xfrm>
        </p:spPr>
        <p:txBody>
          <a:bodyPr/>
          <a:lstStyle/>
          <a:p>
            <a:r>
              <a:rPr lang="en-IN" sz="2400">
                <a:latin typeface="+mn-lt"/>
              </a:rPr>
              <a:t>ADVANTAGES</a:t>
            </a:r>
            <a:endParaRPr lang="en-IN" sz="2400" dirty="0">
              <a:latin typeface="+mn-lt"/>
            </a:endParaRPr>
          </a:p>
        </p:txBody>
      </p:sp>
      <p:sp>
        <p:nvSpPr>
          <p:cNvPr id="5" name="Slide Number Placeholder 4">
            <a:extLst>
              <a:ext uri="{FF2B5EF4-FFF2-40B4-BE49-F238E27FC236}">
                <a16:creationId xmlns:a16="http://schemas.microsoft.com/office/drawing/2014/main" id="{07D8A92B-772A-1F77-2077-634B77FB317C}"/>
              </a:ext>
            </a:extLst>
          </p:cNvPr>
          <p:cNvSpPr>
            <a:spLocks noGrp="1"/>
          </p:cNvSpPr>
          <p:nvPr>
            <p:ph type="sldNum" sz="quarter" idx="10"/>
          </p:nvPr>
        </p:nvSpPr>
        <p:spPr/>
        <p:txBody>
          <a:bodyPr/>
          <a:lstStyle/>
          <a:p>
            <a:fld id="{48F63A3B-78C7-47BE-AE5E-E10140E04643}" type="slidenum">
              <a:rPr lang="en-US" smtClean="0"/>
              <a:pPr/>
              <a:t>17</a:t>
            </a:fld>
            <a:endParaRPr lang="en-US" dirty="0"/>
          </a:p>
        </p:txBody>
      </p:sp>
      <p:sp>
        <p:nvSpPr>
          <p:cNvPr id="7" name="Content Placeholder 6">
            <a:extLst>
              <a:ext uri="{FF2B5EF4-FFF2-40B4-BE49-F238E27FC236}">
                <a16:creationId xmlns:a16="http://schemas.microsoft.com/office/drawing/2014/main" id="{11285B4C-47B1-0078-52D7-5A6C60C25F75}"/>
              </a:ext>
            </a:extLst>
          </p:cNvPr>
          <p:cNvSpPr>
            <a:spLocks noGrp="1"/>
          </p:cNvSpPr>
          <p:nvPr>
            <p:ph idx="13"/>
          </p:nvPr>
        </p:nvSpPr>
        <p:spPr>
          <a:xfrm>
            <a:off x="914399" y="1818753"/>
            <a:ext cx="7843837" cy="4234856"/>
          </a:xfrm>
        </p:spPr>
        <p:txBody>
          <a:bodyPr>
            <a:normAutofit fontScale="70000" lnSpcReduction="20000"/>
          </a:bodyPr>
          <a:lstStyle/>
          <a:p>
            <a:r>
              <a:rPr lang="en-IN" b="1" dirty="0"/>
              <a:t>1.Understanding User Behavior</a:t>
            </a:r>
            <a:br>
              <a:rPr lang="en-IN" dirty="0"/>
            </a:br>
            <a:r>
              <a:rPr lang="en-IN" dirty="0"/>
              <a:t>Helps identify how users interact with social media platforms by analyzing their activity, preferences, and engagement patterns.</a:t>
            </a:r>
          </a:p>
          <a:p>
            <a:pPr marL="457200" indent="-457200">
              <a:buAutoNum type="arabicPeriod"/>
            </a:pPr>
            <a:endParaRPr lang="en-IN" dirty="0"/>
          </a:p>
          <a:p>
            <a:r>
              <a:rPr lang="en-IN" b="1" dirty="0"/>
              <a:t>2. Improved Decision Making</a:t>
            </a:r>
            <a:br>
              <a:rPr lang="en-IN" dirty="0"/>
            </a:br>
            <a:r>
              <a:rPr lang="en-IN" dirty="0"/>
              <a:t>Provides valuable data-driven insights that help researchers, businesses, and marketers make informed decisions and develop effective strategies.</a:t>
            </a:r>
          </a:p>
          <a:p>
            <a:endParaRPr lang="en-IN" dirty="0"/>
          </a:p>
          <a:p>
            <a:r>
              <a:rPr lang="en-IN" b="1" dirty="0"/>
              <a:t>3. Identifies User Activity Patterns</a:t>
            </a:r>
            <a:br>
              <a:rPr lang="en-IN" dirty="0"/>
            </a:br>
            <a:r>
              <a:rPr lang="en-IN" dirty="0"/>
              <a:t>Analyzes factors such as active time, content consumption, and user interactions to understand engagement levels.</a:t>
            </a:r>
          </a:p>
          <a:p>
            <a:endParaRPr lang="en-IN" dirty="0"/>
          </a:p>
          <a:p>
            <a:r>
              <a:rPr lang="en-IN" b="1" dirty="0"/>
              <a:t>4. Supports Digital Marketing</a:t>
            </a:r>
            <a:br>
              <a:rPr lang="en-IN" dirty="0"/>
            </a:br>
            <a:r>
              <a:rPr lang="en-IN" dirty="0"/>
              <a:t>Helps marketers identify target audiences, improve advertising campaigns, and increase customer engagement.</a:t>
            </a:r>
          </a:p>
          <a:p>
            <a:endParaRPr lang="en-IN" dirty="0"/>
          </a:p>
          <a:p>
            <a:r>
              <a:rPr lang="en-IN" b="1" dirty="0"/>
              <a:t>5. Data Visualization</a:t>
            </a:r>
            <a:br>
              <a:rPr lang="en-IN" dirty="0"/>
            </a:br>
            <a:r>
              <a:rPr lang="en-IN" dirty="0"/>
              <a:t>Transforms complex datasets into clear and meaningful graphs, charts, and visual reports that are easy to interpret.</a:t>
            </a:r>
          </a:p>
          <a:p>
            <a:endParaRPr lang="en-IN" dirty="0"/>
          </a:p>
        </p:txBody>
      </p:sp>
    </p:spTree>
    <p:extLst>
      <p:ext uri="{BB962C8B-B14F-4D97-AF65-F5344CB8AC3E}">
        <p14:creationId xmlns:p14="http://schemas.microsoft.com/office/powerpoint/2010/main" val="2635784307"/>
      </p:ext>
    </p:extLst>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895A75-8643-561E-BA34-8FBCA5C2C661}"/>
              </a:ext>
            </a:extLst>
          </p:cNvPr>
          <p:cNvSpPr>
            <a:spLocks noGrp="1"/>
          </p:cNvSpPr>
          <p:nvPr>
            <p:ph type="title"/>
          </p:nvPr>
        </p:nvSpPr>
        <p:spPr>
          <a:xfrm>
            <a:off x="914399" y="834635"/>
            <a:ext cx="7796464" cy="471489"/>
          </a:xfrm>
        </p:spPr>
        <p:txBody>
          <a:bodyPr/>
          <a:lstStyle/>
          <a:p>
            <a:r>
              <a:rPr lang="en-IN" sz="2800" dirty="0">
                <a:latin typeface="+mn-lt"/>
              </a:rPr>
              <a:t>ADVANTAGES</a:t>
            </a:r>
          </a:p>
        </p:txBody>
      </p:sp>
      <p:sp>
        <p:nvSpPr>
          <p:cNvPr id="3" name="Slide Number Placeholder 2">
            <a:extLst>
              <a:ext uri="{FF2B5EF4-FFF2-40B4-BE49-F238E27FC236}">
                <a16:creationId xmlns:a16="http://schemas.microsoft.com/office/drawing/2014/main" id="{6D4AE3FF-A603-8847-577A-4BD7BBE8CB8C}"/>
              </a:ext>
            </a:extLst>
          </p:cNvPr>
          <p:cNvSpPr>
            <a:spLocks noGrp="1"/>
          </p:cNvSpPr>
          <p:nvPr>
            <p:ph type="sldNum" sz="quarter" idx="10"/>
          </p:nvPr>
        </p:nvSpPr>
        <p:spPr/>
        <p:txBody>
          <a:bodyPr/>
          <a:lstStyle/>
          <a:p>
            <a:fld id="{48F63A3B-78C7-47BE-AE5E-E10140E04643}" type="slidenum">
              <a:rPr lang="en-US" smtClean="0"/>
              <a:pPr/>
              <a:t>18</a:t>
            </a:fld>
            <a:endParaRPr lang="en-US" dirty="0"/>
          </a:p>
        </p:txBody>
      </p:sp>
      <p:sp>
        <p:nvSpPr>
          <p:cNvPr id="4" name="Content Placeholder 3">
            <a:extLst>
              <a:ext uri="{FF2B5EF4-FFF2-40B4-BE49-F238E27FC236}">
                <a16:creationId xmlns:a16="http://schemas.microsoft.com/office/drawing/2014/main" id="{9C194E0C-64C9-7CBB-8573-23F19EFD2235}"/>
              </a:ext>
            </a:extLst>
          </p:cNvPr>
          <p:cNvSpPr>
            <a:spLocks noGrp="1"/>
          </p:cNvSpPr>
          <p:nvPr>
            <p:ph sz="half" idx="2"/>
          </p:nvPr>
        </p:nvSpPr>
        <p:spPr>
          <a:xfrm>
            <a:off x="914400" y="1573162"/>
            <a:ext cx="7413523" cy="4768644"/>
          </a:xfrm>
        </p:spPr>
        <p:txBody>
          <a:bodyPr>
            <a:normAutofit fontScale="62500" lnSpcReduction="20000"/>
          </a:bodyPr>
          <a:lstStyle/>
          <a:p>
            <a:r>
              <a:rPr lang="en-IN" sz="2600" b="1" dirty="0"/>
              <a:t>6. Trend Analysis</a:t>
            </a:r>
            <a:br>
              <a:rPr lang="en-IN" sz="2600" dirty="0"/>
            </a:br>
            <a:r>
              <a:rPr lang="en-IN" sz="2600" dirty="0"/>
              <a:t>Identifies emerging social media trends, user interests, and changing behavior patterns over time.</a:t>
            </a:r>
          </a:p>
          <a:p>
            <a:endParaRPr lang="en-IN" sz="2600" dirty="0"/>
          </a:p>
          <a:p>
            <a:r>
              <a:rPr lang="en-IN" sz="2600" b="1" dirty="0"/>
              <a:t>7. Efficient Data Processing</a:t>
            </a:r>
            <a:br>
              <a:rPr lang="en-IN" sz="2600" dirty="0"/>
            </a:br>
            <a:r>
              <a:rPr lang="en-IN" sz="2600" dirty="0"/>
              <a:t>Python libraries such as Pandas and NumPy enable fast and accurate processing of large datasets.</a:t>
            </a:r>
          </a:p>
          <a:p>
            <a:endParaRPr lang="en-IN" sz="2600" dirty="0"/>
          </a:p>
          <a:p>
            <a:r>
              <a:rPr lang="en-IN" sz="2600" b="1" dirty="0"/>
              <a:t>8. Research and Academic Use</a:t>
            </a:r>
            <a:br>
              <a:rPr lang="en-IN" sz="2600" dirty="0"/>
            </a:br>
            <a:r>
              <a:rPr lang="en-IN" sz="2600" dirty="0"/>
              <a:t>Useful for educational projects, social behavior studies, and research related to digital media and user interactions.</a:t>
            </a:r>
          </a:p>
          <a:p>
            <a:endParaRPr lang="en-IN" sz="2600" dirty="0"/>
          </a:p>
          <a:p>
            <a:r>
              <a:rPr lang="en-IN" sz="2600" b="1" dirty="0"/>
              <a:t>9. Business Applications</a:t>
            </a:r>
            <a:br>
              <a:rPr lang="en-IN" sz="2600" dirty="0"/>
            </a:br>
            <a:r>
              <a:rPr lang="en-IN" sz="2600" dirty="0"/>
              <a:t>Assists organizations in understanding customer preferences, improving services, and enhancing user satisfaction.</a:t>
            </a:r>
          </a:p>
          <a:p>
            <a:endParaRPr lang="en-IN" sz="2600" dirty="0"/>
          </a:p>
          <a:p>
            <a:r>
              <a:rPr lang="en-IN" sz="2600" b="1" dirty="0"/>
              <a:t>10. Scalable and Flexible</a:t>
            </a:r>
            <a:br>
              <a:rPr lang="en-IN" sz="2600" dirty="0"/>
            </a:br>
            <a:r>
              <a:rPr lang="en-IN" sz="2600" dirty="0"/>
              <a:t>The project can be easily extended to analyze larger datasets and data from multiple social media platforms.</a:t>
            </a:r>
          </a:p>
          <a:p>
            <a:endParaRPr lang="en-IN" dirty="0"/>
          </a:p>
        </p:txBody>
      </p:sp>
    </p:spTree>
    <p:extLst>
      <p:ext uri="{BB962C8B-B14F-4D97-AF65-F5344CB8AC3E}">
        <p14:creationId xmlns:p14="http://schemas.microsoft.com/office/powerpoint/2010/main" val="2264284876"/>
      </p:ext>
    </p:extLst>
  </p:cSld>
  <p:clrMapOvr>
    <a:masterClrMapping/>
  </p:clrMapOvr>
  <p:transition spd="slow">
    <p:wip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351C40-258E-35E1-857E-03FDCEA432E4}"/>
              </a:ext>
            </a:extLst>
          </p:cNvPr>
          <p:cNvSpPr>
            <a:spLocks noGrp="1"/>
          </p:cNvSpPr>
          <p:nvPr>
            <p:ph type="title"/>
          </p:nvPr>
        </p:nvSpPr>
        <p:spPr/>
        <p:txBody>
          <a:bodyPr/>
          <a:lstStyle/>
          <a:p>
            <a:r>
              <a:rPr lang="en-IN" sz="2800" dirty="0">
                <a:latin typeface="+mn-lt"/>
              </a:rPr>
              <a:t>conclusion</a:t>
            </a:r>
          </a:p>
        </p:txBody>
      </p:sp>
      <p:sp>
        <p:nvSpPr>
          <p:cNvPr id="3" name="Content Placeholder 2">
            <a:extLst>
              <a:ext uri="{FF2B5EF4-FFF2-40B4-BE49-F238E27FC236}">
                <a16:creationId xmlns:a16="http://schemas.microsoft.com/office/drawing/2014/main" id="{AE5B1BE8-2782-A73F-008E-C8BF1EF82A3D}"/>
              </a:ext>
            </a:extLst>
          </p:cNvPr>
          <p:cNvSpPr>
            <a:spLocks noGrp="1"/>
          </p:cNvSpPr>
          <p:nvPr>
            <p:ph sz="half" idx="15"/>
          </p:nvPr>
        </p:nvSpPr>
        <p:spPr>
          <a:xfrm>
            <a:off x="914400" y="2507226"/>
            <a:ext cx="8849032" cy="3939993"/>
          </a:xfrm>
        </p:spPr>
        <p:txBody>
          <a:bodyPr>
            <a:normAutofit/>
          </a:bodyPr>
          <a:lstStyle/>
          <a:p>
            <a:pPr marL="0" indent="0">
              <a:buNone/>
            </a:pPr>
            <a:r>
              <a:rPr lang="en-IN" sz="2000" dirty="0"/>
              <a:t>The Social Media User Analysis project successfully analyzes user behavior and engagement patterns using data analytics techniques. Through data preprocessing, visualization, and statistical analysis, meaningful insights are obtained regarding user activity, engagement levels, and lifestyle factors. The project demonstrates the effectiveness of Python and its data analysis libraries in extracting valuable information from large datasets. The findings can assist businesses, researchers, and digital marketers in making data-driven decisions and improving user engagement strategies.</a:t>
            </a:r>
          </a:p>
        </p:txBody>
      </p:sp>
      <p:sp>
        <p:nvSpPr>
          <p:cNvPr id="6" name="Slide Number Placeholder 5">
            <a:extLst>
              <a:ext uri="{FF2B5EF4-FFF2-40B4-BE49-F238E27FC236}">
                <a16:creationId xmlns:a16="http://schemas.microsoft.com/office/drawing/2014/main" id="{CCAFC780-F068-B158-E4E6-6DF601B2DF3C}"/>
              </a:ext>
            </a:extLst>
          </p:cNvPr>
          <p:cNvSpPr>
            <a:spLocks noGrp="1"/>
          </p:cNvSpPr>
          <p:nvPr>
            <p:ph type="sldNum" sz="quarter" idx="10"/>
          </p:nvPr>
        </p:nvSpPr>
        <p:spPr/>
        <p:txBody>
          <a:bodyPr/>
          <a:lstStyle/>
          <a:p>
            <a:fld id="{48F63A3B-78C7-47BE-AE5E-E10140E04643}" type="slidenum">
              <a:rPr lang="en-US" smtClean="0"/>
              <a:pPr/>
              <a:t>19</a:t>
            </a:fld>
            <a:endParaRPr lang="en-US" dirty="0"/>
          </a:p>
        </p:txBody>
      </p:sp>
    </p:spTree>
    <p:extLst>
      <p:ext uri="{BB962C8B-B14F-4D97-AF65-F5344CB8AC3E}">
        <p14:creationId xmlns:p14="http://schemas.microsoft.com/office/powerpoint/2010/main" val="3593543064"/>
      </p:ext>
    </p:extLst>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9D22C5-0C9E-B582-A8FE-B45E70A01E7F}"/>
              </a:ext>
            </a:extLst>
          </p:cNvPr>
          <p:cNvSpPr>
            <a:spLocks noGrp="1"/>
          </p:cNvSpPr>
          <p:nvPr>
            <p:ph type="ctrTitle"/>
          </p:nvPr>
        </p:nvSpPr>
        <p:spPr>
          <a:xfrm>
            <a:off x="2438399" y="2910348"/>
            <a:ext cx="5053781" cy="667143"/>
          </a:xfrm>
        </p:spPr>
        <p:txBody>
          <a:bodyPr/>
          <a:lstStyle/>
          <a:p>
            <a:r>
              <a:rPr lang="en-US" dirty="0"/>
              <a:t> Thank you</a:t>
            </a:r>
          </a:p>
        </p:txBody>
      </p:sp>
    </p:spTree>
    <p:extLst>
      <p:ext uri="{BB962C8B-B14F-4D97-AF65-F5344CB8AC3E}">
        <p14:creationId xmlns:p14="http://schemas.microsoft.com/office/powerpoint/2010/main" val="1973173046"/>
      </p:ext>
    </p:extLst>
  </p:cSld>
  <p:clrMapOvr>
    <a:masterClrMapping/>
  </p:clrMapOvr>
  <p:transition spd="slow">
    <p:wipe/>
  </p:transition>
</p:sld>
</file>

<file path=ppt/theme/theme1.xml><?xml version="1.0" encoding="utf-8"?>
<a:theme xmlns:a="http://schemas.openxmlformats.org/drawingml/2006/main" name="Custom">
  <a:themeElements>
    <a:clrScheme name="Custom 13">
      <a:dk1>
        <a:srgbClr val="000000"/>
      </a:dk1>
      <a:lt1>
        <a:srgbClr val="FDFAF6"/>
      </a:lt1>
      <a:dk2>
        <a:srgbClr val="44546A"/>
      </a:dk2>
      <a:lt2>
        <a:srgbClr val="E7E6E6"/>
      </a:lt2>
      <a:accent1>
        <a:srgbClr val="F5CDCE"/>
      </a:accent1>
      <a:accent2>
        <a:srgbClr val="DE8C8C"/>
      </a:accent2>
      <a:accent3>
        <a:srgbClr val="AAC3E8"/>
      </a:accent3>
      <a:accent4>
        <a:srgbClr val="D2D592"/>
      </a:accent4>
      <a:accent5>
        <a:srgbClr val="CCBE89"/>
      </a:accent5>
      <a:accent6>
        <a:srgbClr val="1F2C8F"/>
      </a:accent6>
      <a:hlink>
        <a:srgbClr val="1F2C8F"/>
      </a:hlink>
      <a:folHlink>
        <a:srgbClr val="AAC3E9"/>
      </a:folHlink>
    </a:clrScheme>
    <a:fontScheme name="Custom 22">
      <a:majorFont>
        <a:latin typeface="Arial Black"/>
        <a:ea typeface=""/>
        <a:cs typeface=""/>
      </a:majorFont>
      <a:minorFont>
        <a:latin typeface="Sabon Next L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eometric color block_Win32_SL_v14" id="{59749740-91A0-46B8-82A8-B436C7A8A142}" vid="{B3F8D047-377B-4FC8-B21C-47530C6DE3A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A719FA4-954C-4FA8-82CB-206659C3B826}">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04948363-B267-4BAC-8655-100FBEC280C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16DBB56F-4362-4386-A1A1-3DF898896616}">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{0E17D933-3B45-4474-8267-7A1E31575771}TF8a9b5915-b8c7-461e-8cdd-693d48b5e32371f7b7e2_win32-4bf0b9a2ea37</Template>
  <TotalTime>146</TotalTime>
  <Words>1514</Words>
  <Application>Microsoft Office PowerPoint</Application>
  <PresentationFormat>Widescreen</PresentationFormat>
  <Paragraphs>104</Paragraphs>
  <Slides>20</Slides>
  <Notes>13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Aptos</vt:lpstr>
      <vt:lpstr>Arial</vt:lpstr>
      <vt:lpstr>Arial Black</vt:lpstr>
      <vt:lpstr>Calibri</vt:lpstr>
      <vt:lpstr>Sabon Next LT</vt:lpstr>
      <vt:lpstr>Custom</vt:lpstr>
      <vt:lpstr> SOCIAL MEDIA USER ANALYSIS   Submitted By    A. Naga Siva-23A11A0506 N. Jahnavi-25NU5A4412        V. Sri Khyathi-25NU5A4409 K. Bhavya-24NU1A4411               M. Lohith Vikram-25NU5A4412                                                       </vt:lpstr>
      <vt:lpstr>CONTENTS</vt:lpstr>
      <vt:lpstr>abstract</vt:lpstr>
      <vt:lpstr>introduction</vt:lpstr>
      <vt:lpstr>SYSTEM REQUIREMENTS </vt:lpstr>
      <vt:lpstr>SYSTEM requirements</vt:lpstr>
      <vt:lpstr>architecture</vt:lpstr>
      <vt:lpstr>IMPORTING DATASET:</vt:lpstr>
      <vt:lpstr>  DATA EXPLORATION</vt:lpstr>
      <vt:lpstr>Data cleaning</vt:lpstr>
      <vt:lpstr>Data grouping</vt:lpstr>
      <vt:lpstr>Data Visualization</vt:lpstr>
      <vt:lpstr>Data visualization</vt:lpstr>
      <vt:lpstr>DATA VISUALIZATION</vt:lpstr>
      <vt:lpstr>Uses of data analysis library</vt:lpstr>
      <vt:lpstr>USES OF DATA ANALYSIS</vt:lpstr>
      <vt:lpstr>ADVANTAGES</vt:lpstr>
      <vt:lpstr>ADVANTAGES</vt:lpstr>
      <vt:lpstr>conclusion</vt:lpstr>
      <vt:lpstr> 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Jahnavi Nebarthi</dc:creator>
  <cp:lastModifiedBy>Siva A</cp:lastModifiedBy>
  <cp:revision>2</cp:revision>
  <dcterms:created xsi:type="dcterms:W3CDTF">2026-06-20T08:00:03Z</dcterms:created>
  <dcterms:modified xsi:type="dcterms:W3CDTF">2026-06-24T13:06:18Z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